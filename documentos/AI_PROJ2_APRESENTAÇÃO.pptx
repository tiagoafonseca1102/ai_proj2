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72" r:id="rId1"/>
  </p:sldMasterIdLst>
  <p:notesMasterIdLst>
    <p:notesMasterId r:id="rId14"/>
  </p:notesMasterIdLst>
  <p:handoutMasterIdLst>
    <p:handoutMasterId r:id="rId15"/>
  </p:handoutMasterIdLst>
  <p:sldIdLst>
    <p:sldId id="353" r:id="rId2"/>
    <p:sldId id="359" r:id="rId3"/>
    <p:sldId id="360" r:id="rId4"/>
    <p:sldId id="361" r:id="rId5"/>
    <p:sldId id="370" r:id="rId6"/>
    <p:sldId id="371" r:id="rId7"/>
    <p:sldId id="372" r:id="rId8"/>
    <p:sldId id="373" r:id="rId9"/>
    <p:sldId id="369" r:id="rId10"/>
    <p:sldId id="374" r:id="rId11"/>
    <p:sldId id="362" r:id="rId12"/>
    <p:sldId id="363"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rlos Manuel Milheiro de Oliveira Pinto Soares" initials="CMMdOPS" lastIdx="14" clrIdx="0">
    <p:extLst>
      <p:ext uri="{19B8F6BF-5375-455C-9EA6-DF929625EA0E}">
        <p15:presenceInfo xmlns:p15="http://schemas.microsoft.com/office/powerpoint/2012/main" userId="ad9450a8-fb89-4aff-9c31-a91c81ef7610" providerId="Windows Live"/>
      </p:ext>
    </p:extLst>
  </p:cmAuthor>
  <p:cmAuthor id="2" name="Carlos Manuel Milheiro de Oliveira Pinto Soares" initials="CMMdOPS [2]" lastIdx="12" clrIdx="1">
    <p:extLst>
      <p:ext uri="{19B8F6BF-5375-455C-9EA6-DF929625EA0E}">
        <p15:presenceInfo xmlns:p15="http://schemas.microsoft.com/office/powerpoint/2012/main" userId="S::csoares@pbs.up.pt::ad9450a8-fb89-4aff-9c31-a91c81ef7610" providerId="AD"/>
      </p:ext>
    </p:extLst>
  </p:cmAuthor>
  <p:cmAuthor id="3" name="Carlos Soares" initials="CS" lastIdx="7" clrIdx="2">
    <p:extLst>
      <p:ext uri="{19B8F6BF-5375-455C-9EA6-DF929625EA0E}">
        <p15:presenceInfo xmlns:p15="http://schemas.microsoft.com/office/powerpoint/2012/main" userId="S::up235847@up.pt::58cfb87a-9ada-478d-b2aa-47c3b05f2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829" autoAdjust="0"/>
    <p:restoredTop sz="93631" autoAdjust="0"/>
  </p:normalViewPr>
  <p:slideViewPr>
    <p:cSldViewPr snapToGrid="0" snapToObjects="1">
      <p:cViewPr varScale="1">
        <p:scale>
          <a:sx n="101" d="100"/>
          <a:sy n="101" d="100"/>
        </p:scale>
        <p:origin x="1888"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80" d="100"/>
        <a:sy n="8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32132BA-7F90-C045-AC3C-D088D737BC85}" type="datetimeFigureOut">
              <a:rPr lang="en-US" smtClean="0"/>
              <a:t>4/29/26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86F13E1-8011-274F-A832-B81829A48DC4}" type="slidenum">
              <a:rPr lang="en-US" smtClean="0"/>
              <a:t>‹nº›</a:t>
            </a:fld>
            <a:endParaRPr lang="en-US"/>
          </a:p>
        </p:txBody>
      </p:sp>
    </p:spTree>
    <p:extLst>
      <p:ext uri="{BB962C8B-B14F-4D97-AF65-F5344CB8AC3E}">
        <p14:creationId xmlns:p14="http://schemas.microsoft.com/office/powerpoint/2010/main" val="34014415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724605C-FF3E-654F-890C-85C3E6C4269C}" type="datetimeFigureOut">
              <a:rPr lang="en-US" smtClean="0"/>
              <a:t>4/29/26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DA452D-C759-EA45-A61C-6757CDAD729D}" type="slidenum">
              <a:rPr lang="en-US" smtClean="0"/>
              <a:t>‹nº›</a:t>
            </a:fld>
            <a:endParaRPr lang="en-US"/>
          </a:p>
        </p:txBody>
      </p:sp>
    </p:spTree>
    <p:extLst>
      <p:ext uri="{BB962C8B-B14F-4D97-AF65-F5344CB8AC3E}">
        <p14:creationId xmlns:p14="http://schemas.microsoft.com/office/powerpoint/2010/main" val="42306731"/>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ADA452D-C759-EA45-A61C-6757CDAD729D}" type="slidenum">
              <a:rPr lang="en-US" smtClean="0"/>
              <a:t>1</a:t>
            </a:fld>
            <a:endParaRPr lang="en-US"/>
          </a:p>
        </p:txBody>
      </p:sp>
    </p:spTree>
    <p:extLst>
      <p:ext uri="{BB962C8B-B14F-4D97-AF65-F5344CB8AC3E}">
        <p14:creationId xmlns:p14="http://schemas.microsoft.com/office/powerpoint/2010/main" val="3490890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T" dirty="0"/>
          </a:p>
        </p:txBody>
      </p:sp>
      <p:sp>
        <p:nvSpPr>
          <p:cNvPr id="4" name="Slide Number Placeholder 3"/>
          <p:cNvSpPr>
            <a:spLocks noGrp="1"/>
          </p:cNvSpPr>
          <p:nvPr>
            <p:ph type="sldNum" sz="quarter" idx="5"/>
          </p:nvPr>
        </p:nvSpPr>
        <p:spPr/>
        <p:txBody>
          <a:bodyPr/>
          <a:lstStyle/>
          <a:p>
            <a:fld id="{DADA452D-C759-EA45-A61C-6757CDAD729D}" type="slidenum">
              <a:rPr lang="en-US" smtClean="0"/>
              <a:t>9</a:t>
            </a:fld>
            <a:endParaRPr lang="en-US"/>
          </a:p>
        </p:txBody>
      </p:sp>
    </p:spTree>
    <p:extLst>
      <p:ext uri="{BB962C8B-B14F-4D97-AF65-F5344CB8AC3E}">
        <p14:creationId xmlns:p14="http://schemas.microsoft.com/office/powerpoint/2010/main" val="12571649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tif"/><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28131"/>
            <a:ext cx="7772400" cy="1470025"/>
          </a:xfrm>
        </p:spPr>
        <p:txBody>
          <a:bodyPr/>
          <a:lstStyle/>
          <a:p>
            <a:r>
              <a:rPr lang="pt-PT"/>
              <a:t>Click to edit Master title style</a:t>
            </a:r>
            <a:endParaRPr lang="en-US"/>
          </a:p>
        </p:txBody>
      </p:sp>
      <p:sp>
        <p:nvSpPr>
          <p:cNvPr id="3" name="Subtitle 2"/>
          <p:cNvSpPr>
            <a:spLocks noGrp="1"/>
          </p:cNvSpPr>
          <p:nvPr>
            <p:ph type="subTitle" idx="1"/>
          </p:nvPr>
        </p:nvSpPr>
        <p:spPr>
          <a:xfrm>
            <a:off x="685800" y="3184386"/>
            <a:ext cx="7772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endParaRPr lang="en-US" dirty="0"/>
          </a:p>
        </p:txBody>
      </p:sp>
      <p:sp>
        <p:nvSpPr>
          <p:cNvPr id="4" name="Date Placeholder 3"/>
          <p:cNvSpPr>
            <a:spLocks noGrp="1"/>
          </p:cNvSpPr>
          <p:nvPr>
            <p:ph type="dt" sz="half" idx="10"/>
          </p:nvPr>
        </p:nvSpPr>
        <p:spPr>
          <a:xfrm>
            <a:off x="0" y="6492875"/>
            <a:ext cx="2133600" cy="365125"/>
          </a:xfrm>
        </p:spPr>
        <p:txBody>
          <a:bodyPr/>
          <a:lstStyle/>
          <a:p>
            <a:fld id="{11E87A6F-16E5-2444-8E01-52483A43058D}" type="datetime1">
              <a:rPr lang="en-US" smtClean="0"/>
              <a:t>4/29/26</a:t>
            </a:fld>
            <a:endParaRPr lang="en-US"/>
          </a:p>
        </p:txBody>
      </p:sp>
      <p:sp>
        <p:nvSpPr>
          <p:cNvPr id="5" name="Footer Placeholder 4"/>
          <p:cNvSpPr>
            <a:spLocks noGrp="1"/>
          </p:cNvSpPr>
          <p:nvPr>
            <p:ph type="ftr" sz="quarter" idx="11"/>
          </p:nvPr>
        </p:nvSpPr>
        <p:spPr>
          <a:xfrm>
            <a:off x="2487560" y="6492875"/>
            <a:ext cx="4188543" cy="365125"/>
          </a:xfrm>
        </p:spPr>
        <p:txBody>
          <a:bodyPr/>
          <a:lstStyle/>
          <a:p>
            <a:r>
              <a:rPr lang="en-US"/>
              <a:t>IART @ L.EIC</a:t>
            </a:r>
            <a:endParaRPr lang="en-US" dirty="0"/>
          </a:p>
        </p:txBody>
      </p:sp>
      <p:sp>
        <p:nvSpPr>
          <p:cNvPr id="6" name="Slide Number Placeholder 5"/>
          <p:cNvSpPr>
            <a:spLocks noGrp="1"/>
          </p:cNvSpPr>
          <p:nvPr>
            <p:ph type="sldNum" sz="quarter" idx="12"/>
          </p:nvPr>
        </p:nvSpPr>
        <p:spPr>
          <a:xfrm>
            <a:off x="7003026" y="6492875"/>
            <a:ext cx="2133600" cy="365125"/>
          </a:xfrm>
        </p:spPr>
        <p:txBody>
          <a:bodyPr/>
          <a:lstStyle/>
          <a:p>
            <a:fld id="{DACF91DC-9B2A-DA46-8614-FC490D3FF29A}" type="slidenum">
              <a:rPr lang="en-US" smtClean="0"/>
              <a:t>‹nº›</a:t>
            </a:fld>
            <a:endParaRPr lang="en-US"/>
          </a:p>
        </p:txBody>
      </p:sp>
      <p:pic>
        <p:nvPicPr>
          <p:cNvPr id="9" name="Picture 8" descr="logo_UP_FEUP_monocromático.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85800" y="285953"/>
            <a:ext cx="2015644" cy="664695"/>
          </a:xfrm>
          <a:prstGeom prst="rect">
            <a:avLst/>
          </a:prstGeom>
        </p:spPr>
      </p:pic>
      <p:pic>
        <p:nvPicPr>
          <p:cNvPr id="12" name="Picture 11">
            <a:extLst>
              <a:ext uri="{FF2B5EF4-FFF2-40B4-BE49-F238E27FC236}">
                <a16:creationId xmlns:a16="http://schemas.microsoft.com/office/drawing/2014/main" id="{B89148CA-9598-5A4A-A7FC-FEA6BD71DDE2}"/>
              </a:ext>
            </a:extLst>
          </p:cNvPr>
          <p:cNvPicPr>
            <a:picLocks noChangeAspect="1"/>
          </p:cNvPicPr>
          <p:nvPr userDrawn="1"/>
        </p:nvPicPr>
        <p:blipFill rotWithShape="1">
          <a:blip r:embed="rId3"/>
          <a:srcRect t="9902" b="15599"/>
          <a:stretch/>
        </p:blipFill>
        <p:spPr>
          <a:xfrm>
            <a:off x="6019800" y="116855"/>
            <a:ext cx="2502310" cy="1002890"/>
          </a:xfrm>
          <a:prstGeom prst="rect">
            <a:avLst/>
          </a:prstGeom>
        </p:spPr>
      </p:pic>
    </p:spTree>
    <p:extLst>
      <p:ext uri="{BB962C8B-B14F-4D97-AF65-F5344CB8AC3E}">
        <p14:creationId xmlns:p14="http://schemas.microsoft.com/office/powerpoint/2010/main" val="13065007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28131"/>
            <a:ext cx="7772400" cy="1470025"/>
          </a:xfrm>
        </p:spPr>
        <p:txBody>
          <a:bodyPr/>
          <a:lstStyle/>
          <a:p>
            <a:r>
              <a:rPr lang="pt-PT"/>
              <a:t>Click to edit Master title style</a:t>
            </a:r>
            <a:endParaRPr lang="en-US"/>
          </a:p>
        </p:txBody>
      </p:sp>
      <p:sp>
        <p:nvSpPr>
          <p:cNvPr id="3" name="Subtitle 2"/>
          <p:cNvSpPr>
            <a:spLocks noGrp="1"/>
          </p:cNvSpPr>
          <p:nvPr>
            <p:ph type="subTitle" idx="1"/>
          </p:nvPr>
        </p:nvSpPr>
        <p:spPr>
          <a:xfrm>
            <a:off x="685800" y="3184386"/>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PT"/>
              <a:t>Click to edit Master subtitle style</a:t>
            </a:r>
            <a:endParaRPr lang="en-US"/>
          </a:p>
        </p:txBody>
      </p:sp>
      <p:sp>
        <p:nvSpPr>
          <p:cNvPr id="4" name="Date Placeholder 3"/>
          <p:cNvSpPr>
            <a:spLocks noGrp="1"/>
          </p:cNvSpPr>
          <p:nvPr>
            <p:ph type="dt" sz="half" idx="10"/>
          </p:nvPr>
        </p:nvSpPr>
        <p:spPr/>
        <p:txBody>
          <a:bodyPr/>
          <a:lstStyle/>
          <a:p>
            <a:fld id="{646ABE37-C354-7843-8D1B-82AD8732054D}" type="datetime1">
              <a:rPr lang="en-US" smtClean="0"/>
              <a:t>4/29/26</a:t>
            </a:fld>
            <a:endParaRPr lang="en-US"/>
          </a:p>
        </p:txBody>
      </p:sp>
      <p:sp>
        <p:nvSpPr>
          <p:cNvPr id="5" name="Footer Placeholder 4"/>
          <p:cNvSpPr>
            <a:spLocks noGrp="1"/>
          </p:cNvSpPr>
          <p:nvPr>
            <p:ph type="ftr" sz="quarter" idx="11"/>
          </p:nvPr>
        </p:nvSpPr>
        <p:spPr/>
        <p:txBody>
          <a:bodyPr/>
          <a:lstStyle/>
          <a:p>
            <a:r>
              <a:rPr lang="en-US"/>
              <a:t>IART @ L.EIC</a:t>
            </a:r>
          </a:p>
        </p:txBody>
      </p:sp>
      <p:sp>
        <p:nvSpPr>
          <p:cNvPr id="6" name="Slide Number Placeholder 5"/>
          <p:cNvSpPr>
            <a:spLocks noGrp="1"/>
          </p:cNvSpPr>
          <p:nvPr>
            <p:ph type="sldNum" sz="quarter" idx="12"/>
          </p:nvPr>
        </p:nvSpPr>
        <p:spPr/>
        <p:txBody>
          <a:bodyPr/>
          <a:lstStyle/>
          <a:p>
            <a:fld id="{DACF91DC-9B2A-DA46-8614-FC490D3FF29A}" type="slidenum">
              <a:rPr lang="en-US" smtClean="0"/>
              <a:t>‹nº›</a:t>
            </a:fld>
            <a:endParaRPr lang="en-US"/>
          </a:p>
        </p:txBody>
      </p:sp>
      <p:pic>
        <p:nvPicPr>
          <p:cNvPr id="7" name="Picture 6" descr="logo_UP_FEUP_monocromático.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85800" y="5350364"/>
            <a:ext cx="2027668" cy="668661"/>
          </a:xfrm>
          <a:prstGeom prst="rect">
            <a:avLst/>
          </a:prstGeom>
        </p:spPr>
      </p:pic>
    </p:spTree>
    <p:extLst>
      <p:ext uri="{BB962C8B-B14F-4D97-AF65-F5344CB8AC3E}">
        <p14:creationId xmlns:p14="http://schemas.microsoft.com/office/powerpoint/2010/main" val="1621595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dirty="0" err="1"/>
              <a:t>Click</a:t>
            </a:r>
            <a:r>
              <a:rPr lang="pt-PT" dirty="0"/>
              <a:t> to </a:t>
            </a:r>
            <a:r>
              <a:rPr lang="pt-PT" dirty="0" err="1"/>
              <a:t>edit</a:t>
            </a:r>
            <a:r>
              <a:rPr lang="pt-PT" dirty="0"/>
              <a:t> </a:t>
            </a:r>
            <a:r>
              <a:rPr lang="pt-PT" dirty="0" err="1"/>
              <a:t>Master</a:t>
            </a:r>
            <a:r>
              <a:rPr lang="pt-PT" dirty="0"/>
              <a:t> </a:t>
            </a:r>
            <a:r>
              <a:rPr lang="pt-PT" dirty="0" err="1"/>
              <a:t>title</a:t>
            </a:r>
            <a:r>
              <a:rPr lang="pt-PT" dirty="0"/>
              <a:t> </a:t>
            </a:r>
            <a:r>
              <a:rPr lang="pt-PT" dirty="0" err="1"/>
              <a:t>style</a:t>
            </a:r>
            <a:endParaRPr lang="en-US" dirty="0"/>
          </a:p>
        </p:txBody>
      </p:sp>
      <p:sp>
        <p:nvSpPr>
          <p:cNvPr id="3" name="Content Placeholder 2"/>
          <p:cNvSpPr>
            <a:spLocks noGrp="1"/>
          </p:cNvSpPr>
          <p:nvPr>
            <p:ph idx="1"/>
          </p:nvPr>
        </p:nvSpPr>
        <p:spPr/>
        <p:txBody>
          <a:body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4" name="Date Placeholder 3"/>
          <p:cNvSpPr>
            <a:spLocks noGrp="1"/>
          </p:cNvSpPr>
          <p:nvPr>
            <p:ph type="dt" sz="half" idx="10"/>
          </p:nvPr>
        </p:nvSpPr>
        <p:spPr/>
        <p:txBody>
          <a:bodyPr/>
          <a:lstStyle/>
          <a:p>
            <a:fld id="{BB2C8EF8-12EF-244B-8AD9-ADF3AF7DF6B1}" type="datetime1">
              <a:rPr lang="en-US" smtClean="0"/>
              <a:t>4/29/26</a:t>
            </a:fld>
            <a:endParaRPr lang="en-US"/>
          </a:p>
        </p:txBody>
      </p:sp>
      <p:sp>
        <p:nvSpPr>
          <p:cNvPr id="6" name="Slide Number Placeholder 5"/>
          <p:cNvSpPr>
            <a:spLocks noGrp="1"/>
          </p:cNvSpPr>
          <p:nvPr>
            <p:ph type="sldNum" sz="quarter" idx="12"/>
          </p:nvPr>
        </p:nvSpPr>
        <p:spPr/>
        <p:txBody>
          <a:bodyPr/>
          <a:lstStyle/>
          <a:p>
            <a:fld id="{DACF91DC-9B2A-DA46-8614-FC490D3FF29A}" type="slidenum">
              <a:rPr lang="en-US" smtClean="0"/>
              <a:t>‹nº›</a:t>
            </a:fld>
            <a:endParaRPr lang="en-US"/>
          </a:p>
        </p:txBody>
      </p:sp>
      <p:sp>
        <p:nvSpPr>
          <p:cNvPr id="7" name="Footer Placeholder 4">
            <a:extLst>
              <a:ext uri="{FF2B5EF4-FFF2-40B4-BE49-F238E27FC236}">
                <a16:creationId xmlns:a16="http://schemas.microsoft.com/office/drawing/2014/main" id="{C3F4CE35-700E-D24D-BFFE-3A46495E01FF}"/>
              </a:ext>
            </a:extLst>
          </p:cNvPr>
          <p:cNvSpPr>
            <a:spLocks noGrp="1"/>
          </p:cNvSpPr>
          <p:nvPr>
            <p:ph type="ftr" sz="quarter" idx="11"/>
          </p:nvPr>
        </p:nvSpPr>
        <p:spPr>
          <a:xfrm>
            <a:off x="2487560" y="6492875"/>
            <a:ext cx="4188543" cy="365125"/>
          </a:xfrm>
        </p:spPr>
        <p:txBody>
          <a:bodyPr/>
          <a:lstStyle/>
          <a:p>
            <a:r>
              <a:rPr lang="en-US"/>
              <a:t>IART @ L.EIC</a:t>
            </a:r>
            <a:endParaRPr lang="en-US" dirty="0"/>
          </a:p>
        </p:txBody>
      </p:sp>
    </p:spTree>
    <p:extLst>
      <p:ext uri="{BB962C8B-B14F-4D97-AF65-F5344CB8AC3E}">
        <p14:creationId xmlns:p14="http://schemas.microsoft.com/office/powerpoint/2010/main" val="2588444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pt-PT"/>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PT"/>
              <a:t>Click to edit Master text styles</a:t>
            </a:r>
          </a:p>
        </p:txBody>
      </p:sp>
      <p:sp>
        <p:nvSpPr>
          <p:cNvPr id="4" name="Date Placeholder 3"/>
          <p:cNvSpPr>
            <a:spLocks noGrp="1"/>
          </p:cNvSpPr>
          <p:nvPr>
            <p:ph type="dt" sz="half" idx="10"/>
          </p:nvPr>
        </p:nvSpPr>
        <p:spPr/>
        <p:txBody>
          <a:bodyPr/>
          <a:lstStyle/>
          <a:p>
            <a:fld id="{3CADE1FB-A965-7646-B21B-EA92A716BFB6}" type="datetime1">
              <a:rPr lang="en-US" smtClean="0"/>
              <a:t>4/29/26</a:t>
            </a:fld>
            <a:endParaRPr lang="en-US"/>
          </a:p>
        </p:txBody>
      </p:sp>
      <p:sp>
        <p:nvSpPr>
          <p:cNvPr id="5" name="Footer Placeholder 4"/>
          <p:cNvSpPr>
            <a:spLocks noGrp="1"/>
          </p:cNvSpPr>
          <p:nvPr>
            <p:ph type="ftr" sz="quarter" idx="11"/>
          </p:nvPr>
        </p:nvSpPr>
        <p:spPr/>
        <p:txBody>
          <a:bodyPr/>
          <a:lstStyle/>
          <a:p>
            <a:r>
              <a:rPr lang="en-US"/>
              <a:t>IART @ L.EIC</a:t>
            </a:r>
            <a:endParaRPr lang="en-US" dirty="0"/>
          </a:p>
        </p:txBody>
      </p:sp>
      <p:sp>
        <p:nvSpPr>
          <p:cNvPr id="6" name="Slide Number Placeholder 5"/>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23579601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5" name="Date Placeholder 4"/>
          <p:cNvSpPr>
            <a:spLocks noGrp="1"/>
          </p:cNvSpPr>
          <p:nvPr>
            <p:ph type="dt" sz="half" idx="10"/>
          </p:nvPr>
        </p:nvSpPr>
        <p:spPr/>
        <p:txBody>
          <a:bodyPr/>
          <a:lstStyle/>
          <a:p>
            <a:fld id="{890562DD-2E3D-1046-8925-14B387B4EBE4}" type="datetime1">
              <a:rPr lang="en-US" smtClean="0"/>
              <a:t>4/29/26</a:t>
            </a:fld>
            <a:endParaRPr lang="en-US"/>
          </a:p>
        </p:txBody>
      </p:sp>
      <p:sp>
        <p:nvSpPr>
          <p:cNvPr id="6" name="Footer Placeholder 5"/>
          <p:cNvSpPr>
            <a:spLocks noGrp="1"/>
          </p:cNvSpPr>
          <p:nvPr>
            <p:ph type="ftr" sz="quarter" idx="11"/>
          </p:nvPr>
        </p:nvSpPr>
        <p:spPr/>
        <p:txBody>
          <a:bodyPr/>
          <a:lstStyle/>
          <a:p>
            <a:r>
              <a:rPr lang="en-US"/>
              <a:t>IART @ L.EIC</a:t>
            </a:r>
            <a:endParaRPr lang="en-US" dirty="0"/>
          </a:p>
        </p:txBody>
      </p:sp>
      <p:sp>
        <p:nvSpPr>
          <p:cNvPr id="7" name="Slide Number Placeholder 6"/>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12856230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pt-PT"/>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PT"/>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PT"/>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7" name="Date Placeholder 6"/>
          <p:cNvSpPr>
            <a:spLocks noGrp="1"/>
          </p:cNvSpPr>
          <p:nvPr>
            <p:ph type="dt" sz="half" idx="10"/>
          </p:nvPr>
        </p:nvSpPr>
        <p:spPr/>
        <p:txBody>
          <a:bodyPr/>
          <a:lstStyle/>
          <a:p>
            <a:fld id="{996B5E3E-DB9A-D44E-A77E-F04CA3810003}" type="datetime1">
              <a:rPr lang="en-US" smtClean="0"/>
              <a:t>4/29/26</a:t>
            </a:fld>
            <a:endParaRPr lang="en-US"/>
          </a:p>
        </p:txBody>
      </p:sp>
      <p:sp>
        <p:nvSpPr>
          <p:cNvPr id="8" name="Footer Placeholder 7"/>
          <p:cNvSpPr>
            <a:spLocks noGrp="1"/>
          </p:cNvSpPr>
          <p:nvPr>
            <p:ph type="ftr" sz="quarter" idx="11"/>
          </p:nvPr>
        </p:nvSpPr>
        <p:spPr/>
        <p:txBody>
          <a:bodyPr/>
          <a:lstStyle/>
          <a:p>
            <a:r>
              <a:rPr lang="en-US"/>
              <a:t>IART @ L.EIC</a:t>
            </a:r>
            <a:endParaRPr lang="en-US" dirty="0"/>
          </a:p>
        </p:txBody>
      </p:sp>
      <p:sp>
        <p:nvSpPr>
          <p:cNvPr id="9" name="Slide Number Placeholder 8"/>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655907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Click to edit Master title style</a:t>
            </a:r>
            <a:endParaRPr lang="en-US"/>
          </a:p>
        </p:txBody>
      </p:sp>
      <p:sp>
        <p:nvSpPr>
          <p:cNvPr id="6" name="Date Placeholder 3">
            <a:extLst>
              <a:ext uri="{FF2B5EF4-FFF2-40B4-BE49-F238E27FC236}">
                <a16:creationId xmlns:a16="http://schemas.microsoft.com/office/drawing/2014/main" id="{50069CF2-EEBE-B943-855E-E4B9D86DC9E3}"/>
              </a:ext>
            </a:extLst>
          </p:cNvPr>
          <p:cNvSpPr>
            <a:spLocks noGrp="1"/>
          </p:cNvSpPr>
          <p:nvPr>
            <p:ph type="dt" sz="half" idx="2"/>
          </p:nvPr>
        </p:nvSpPr>
        <p:spPr>
          <a:xfrm>
            <a:off x="0" y="6492875"/>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D3CC3B-8D39-4F4D-BF99-FB2D3A1E3AF3}" type="datetime1">
              <a:rPr lang="en-US" smtClean="0"/>
              <a:t>4/29/26</a:t>
            </a:fld>
            <a:endParaRPr lang="en-US"/>
          </a:p>
        </p:txBody>
      </p:sp>
      <p:sp>
        <p:nvSpPr>
          <p:cNvPr id="7" name="Footer Placeholder 4">
            <a:extLst>
              <a:ext uri="{FF2B5EF4-FFF2-40B4-BE49-F238E27FC236}">
                <a16:creationId xmlns:a16="http://schemas.microsoft.com/office/drawing/2014/main" id="{E1244B59-E2B5-444D-B4DC-4AC3B4C84974}"/>
              </a:ext>
            </a:extLst>
          </p:cNvPr>
          <p:cNvSpPr>
            <a:spLocks noGrp="1"/>
          </p:cNvSpPr>
          <p:nvPr>
            <p:ph type="ftr" sz="quarter" idx="3"/>
          </p:nvPr>
        </p:nvSpPr>
        <p:spPr>
          <a:xfrm>
            <a:off x="2349909" y="6492875"/>
            <a:ext cx="446384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IART @ L.EIC</a:t>
            </a:r>
            <a:endParaRPr lang="en-US" dirty="0"/>
          </a:p>
        </p:txBody>
      </p:sp>
      <p:sp>
        <p:nvSpPr>
          <p:cNvPr id="8" name="Slide Number Placeholder 5">
            <a:extLst>
              <a:ext uri="{FF2B5EF4-FFF2-40B4-BE49-F238E27FC236}">
                <a16:creationId xmlns:a16="http://schemas.microsoft.com/office/drawing/2014/main" id="{092CFB25-9124-B443-9B84-19A867D02BE0}"/>
              </a:ext>
            </a:extLst>
          </p:cNvPr>
          <p:cNvSpPr>
            <a:spLocks noGrp="1"/>
          </p:cNvSpPr>
          <p:nvPr>
            <p:ph type="sldNum" sz="quarter" idx="4"/>
          </p:nvPr>
        </p:nvSpPr>
        <p:spPr>
          <a:xfrm>
            <a:off x="7010400" y="6492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CF91DC-9B2A-DA46-8614-FC490D3FF29A}" type="slidenum">
              <a:rPr lang="en-US" smtClean="0"/>
              <a:t>‹nº›</a:t>
            </a:fld>
            <a:endParaRPr lang="en-US"/>
          </a:p>
        </p:txBody>
      </p:sp>
    </p:spTree>
    <p:extLst>
      <p:ext uri="{BB962C8B-B14F-4D97-AF65-F5344CB8AC3E}">
        <p14:creationId xmlns:p14="http://schemas.microsoft.com/office/powerpoint/2010/main" val="5255386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E4A6A1B-DA9C-F04B-AB4D-14C78B78D751}" type="datetime1">
              <a:rPr lang="en-US" smtClean="0"/>
              <a:t>4/29/26</a:t>
            </a:fld>
            <a:endParaRPr lang="en-US"/>
          </a:p>
        </p:txBody>
      </p:sp>
      <p:sp>
        <p:nvSpPr>
          <p:cNvPr id="3" name="Footer Placeholder 2"/>
          <p:cNvSpPr>
            <a:spLocks noGrp="1"/>
          </p:cNvSpPr>
          <p:nvPr>
            <p:ph type="ftr" sz="quarter" idx="11"/>
          </p:nvPr>
        </p:nvSpPr>
        <p:spPr/>
        <p:txBody>
          <a:bodyPr/>
          <a:lstStyle/>
          <a:p>
            <a:r>
              <a:rPr lang="en-US"/>
              <a:t>IART @ L.EIC</a:t>
            </a:r>
            <a:endParaRPr lang="en-US" dirty="0"/>
          </a:p>
        </p:txBody>
      </p:sp>
      <p:sp>
        <p:nvSpPr>
          <p:cNvPr id="4" name="Slide Number Placeholder 3"/>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1669721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pt-PT"/>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PT"/>
              <a:t>Click to edit Master text styles</a:t>
            </a:r>
          </a:p>
        </p:txBody>
      </p:sp>
      <p:sp>
        <p:nvSpPr>
          <p:cNvPr id="5" name="Date Placeholder 4"/>
          <p:cNvSpPr>
            <a:spLocks noGrp="1"/>
          </p:cNvSpPr>
          <p:nvPr>
            <p:ph type="dt" sz="half" idx="10"/>
          </p:nvPr>
        </p:nvSpPr>
        <p:spPr/>
        <p:txBody>
          <a:bodyPr/>
          <a:lstStyle/>
          <a:p>
            <a:fld id="{2E7ACD2A-FE21-F941-9181-60477F37902D}" type="datetime1">
              <a:rPr lang="en-US" smtClean="0"/>
              <a:t>4/29/26</a:t>
            </a:fld>
            <a:endParaRPr lang="en-US"/>
          </a:p>
        </p:txBody>
      </p:sp>
      <p:sp>
        <p:nvSpPr>
          <p:cNvPr id="6" name="Footer Placeholder 5"/>
          <p:cNvSpPr>
            <a:spLocks noGrp="1"/>
          </p:cNvSpPr>
          <p:nvPr>
            <p:ph type="ftr" sz="quarter" idx="11"/>
          </p:nvPr>
        </p:nvSpPr>
        <p:spPr/>
        <p:txBody>
          <a:bodyPr/>
          <a:lstStyle/>
          <a:p>
            <a:r>
              <a:rPr lang="en-US"/>
              <a:t>IART @ L.EIC</a:t>
            </a:r>
            <a:endParaRPr lang="en-US" dirty="0"/>
          </a:p>
        </p:txBody>
      </p:sp>
      <p:sp>
        <p:nvSpPr>
          <p:cNvPr id="7" name="Slide Number Placeholder 6"/>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26046422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pt-PT"/>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PT"/>
              <a:t>Drag picture to placeholder or click icon to add</a:t>
            </a:r>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PT"/>
              <a:t>Click to edit Master text styles</a:t>
            </a:r>
          </a:p>
        </p:txBody>
      </p:sp>
      <p:sp>
        <p:nvSpPr>
          <p:cNvPr id="5" name="Date Placeholder 4"/>
          <p:cNvSpPr>
            <a:spLocks noGrp="1"/>
          </p:cNvSpPr>
          <p:nvPr>
            <p:ph type="dt" sz="half" idx="10"/>
          </p:nvPr>
        </p:nvSpPr>
        <p:spPr/>
        <p:txBody>
          <a:bodyPr/>
          <a:lstStyle/>
          <a:p>
            <a:fld id="{30C8DD4D-0F64-554F-821E-A588CA7F0791}" type="datetime1">
              <a:rPr lang="en-US" smtClean="0"/>
              <a:t>4/29/26</a:t>
            </a:fld>
            <a:endParaRPr lang="en-US"/>
          </a:p>
        </p:txBody>
      </p:sp>
      <p:sp>
        <p:nvSpPr>
          <p:cNvPr id="6" name="Footer Placeholder 5"/>
          <p:cNvSpPr>
            <a:spLocks noGrp="1"/>
          </p:cNvSpPr>
          <p:nvPr>
            <p:ph type="ftr" sz="quarter" idx="11"/>
          </p:nvPr>
        </p:nvSpPr>
        <p:spPr/>
        <p:txBody>
          <a:bodyPr/>
          <a:lstStyle/>
          <a:p>
            <a:r>
              <a:rPr lang="en-US"/>
              <a:t>IART @ L.EIC</a:t>
            </a:r>
            <a:endParaRPr lang="en-US" dirty="0"/>
          </a:p>
        </p:txBody>
      </p:sp>
      <p:sp>
        <p:nvSpPr>
          <p:cNvPr id="7" name="Slide Number Placeholder 6"/>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30906076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PT"/>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4" name="Date Placeholder 3"/>
          <p:cNvSpPr>
            <a:spLocks noGrp="1"/>
          </p:cNvSpPr>
          <p:nvPr>
            <p:ph type="dt" sz="half" idx="10"/>
          </p:nvPr>
        </p:nvSpPr>
        <p:spPr/>
        <p:txBody>
          <a:bodyPr/>
          <a:lstStyle/>
          <a:p>
            <a:fld id="{B933654A-3E1B-1642-984F-D85157AAB59A}" type="datetime1">
              <a:rPr lang="en-US" smtClean="0"/>
              <a:t>4/29/26</a:t>
            </a:fld>
            <a:endParaRPr lang="en-US"/>
          </a:p>
        </p:txBody>
      </p:sp>
      <p:sp>
        <p:nvSpPr>
          <p:cNvPr id="5" name="Footer Placeholder 4"/>
          <p:cNvSpPr>
            <a:spLocks noGrp="1"/>
          </p:cNvSpPr>
          <p:nvPr>
            <p:ph type="ftr" sz="quarter" idx="11"/>
          </p:nvPr>
        </p:nvSpPr>
        <p:spPr/>
        <p:txBody>
          <a:bodyPr/>
          <a:lstStyle/>
          <a:p>
            <a:r>
              <a:rPr lang="en-US"/>
              <a:t>IART @ L.EIC</a:t>
            </a:r>
            <a:endParaRPr lang="en-US" dirty="0"/>
          </a:p>
        </p:txBody>
      </p:sp>
      <p:sp>
        <p:nvSpPr>
          <p:cNvPr id="6" name="Slide Number Placeholder 5"/>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27970422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pt-PT"/>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4" name="Date Placeholder 3"/>
          <p:cNvSpPr>
            <a:spLocks noGrp="1"/>
          </p:cNvSpPr>
          <p:nvPr>
            <p:ph type="dt" sz="half" idx="10"/>
          </p:nvPr>
        </p:nvSpPr>
        <p:spPr/>
        <p:txBody>
          <a:bodyPr/>
          <a:lstStyle/>
          <a:p>
            <a:fld id="{B0A649C1-9FF8-D641-9274-7E16A33349D5}" type="datetime1">
              <a:rPr lang="en-US" smtClean="0"/>
              <a:t>4/29/26</a:t>
            </a:fld>
            <a:endParaRPr lang="en-US"/>
          </a:p>
        </p:txBody>
      </p:sp>
      <p:sp>
        <p:nvSpPr>
          <p:cNvPr id="5" name="Footer Placeholder 4"/>
          <p:cNvSpPr>
            <a:spLocks noGrp="1"/>
          </p:cNvSpPr>
          <p:nvPr>
            <p:ph type="ftr" sz="quarter" idx="11"/>
          </p:nvPr>
        </p:nvSpPr>
        <p:spPr/>
        <p:txBody>
          <a:bodyPr/>
          <a:lstStyle/>
          <a:p>
            <a:r>
              <a:rPr lang="en-US"/>
              <a:t>IART @ L.EIC</a:t>
            </a:r>
            <a:endParaRPr lang="en-US" dirty="0"/>
          </a:p>
        </p:txBody>
      </p:sp>
      <p:sp>
        <p:nvSpPr>
          <p:cNvPr id="6" name="Slide Number Placeholder 5"/>
          <p:cNvSpPr>
            <a:spLocks noGrp="1"/>
          </p:cNvSpPr>
          <p:nvPr>
            <p:ph type="sldNum" sz="quarter" idx="12"/>
          </p:nvPr>
        </p:nvSpPr>
        <p:spPr/>
        <p:txBody>
          <a:bodyPr/>
          <a:lstStyle/>
          <a:p>
            <a:fld id="{DACF91DC-9B2A-DA46-8614-FC490D3FF29A}" type="slidenum">
              <a:rPr lang="en-US" smtClean="0"/>
              <a:t>‹nº›</a:t>
            </a:fld>
            <a:endParaRPr lang="en-US"/>
          </a:p>
        </p:txBody>
      </p:sp>
    </p:spTree>
    <p:extLst>
      <p:ext uri="{BB962C8B-B14F-4D97-AF65-F5344CB8AC3E}">
        <p14:creationId xmlns:p14="http://schemas.microsoft.com/office/powerpoint/2010/main" val="16394797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Conteúdo geral">
  <p:cSld name="1_Conteúdo geral">
    <p:bg>
      <p:bgPr>
        <a:blipFill>
          <a:blip r:embed="rId2">
            <a:alphaModFix amt="15000"/>
          </a:blip>
          <a:stretch>
            <a:fillRect/>
          </a:stretch>
        </a:blipFill>
        <a:effectLst/>
      </p:bgPr>
    </p:bg>
    <p:spTree>
      <p:nvGrpSpPr>
        <p:cNvPr id="1" name="Shape 17"/>
        <p:cNvGrpSpPr/>
        <p:nvPr/>
      </p:nvGrpSpPr>
      <p:grpSpPr>
        <a:xfrm>
          <a:off x="0" y="0"/>
          <a:ext cx="0" cy="0"/>
          <a:chOff x="0" y="0"/>
          <a:chExt cx="0" cy="0"/>
        </a:xfrm>
      </p:grpSpPr>
      <p:sp>
        <p:nvSpPr>
          <p:cNvPr id="18" name="Google Shape;18;p12"/>
          <p:cNvSpPr txBox="1"/>
          <p:nvPr/>
        </p:nvSpPr>
        <p:spPr>
          <a:xfrm>
            <a:off x="1417599" y="6335713"/>
            <a:ext cx="1810186" cy="365125"/>
          </a:xfrm>
          <a:prstGeom prst="rect">
            <a:avLst/>
          </a:prstGeom>
          <a:noFill/>
          <a:ln>
            <a:noFill/>
          </a:ln>
        </p:spPr>
        <p:txBody>
          <a:bodyPr spcFirstLastPara="1" wrap="square" lIns="68569" tIns="34275" rIns="68569" bIns="34275" anchor="ctr" anchorCtr="0">
            <a:noAutofit/>
          </a:bodyPr>
          <a:lstStyle/>
          <a:p>
            <a:pPr marL="0" marR="0" lvl="0" indent="0" algn="r" rtl="0">
              <a:spcBef>
                <a:spcPts val="0"/>
              </a:spcBef>
              <a:spcAft>
                <a:spcPts val="0"/>
              </a:spcAft>
              <a:buNone/>
            </a:pPr>
            <a:r>
              <a:rPr lang="en-US" sz="750" b="0" i="0" u="none" strike="noStrike" cap="none">
                <a:solidFill>
                  <a:srgbClr val="9E9E9E"/>
                </a:solidFill>
                <a:latin typeface="Verdana"/>
                <a:ea typeface="Verdana"/>
                <a:cs typeface="Verdana"/>
                <a:sym typeface="Verdana"/>
              </a:rPr>
              <a:t> </a:t>
            </a:r>
            <a:endParaRPr sz="1350"/>
          </a:p>
        </p:txBody>
      </p:sp>
      <p:sp>
        <p:nvSpPr>
          <p:cNvPr id="19" name="Google Shape;19;p12"/>
          <p:cNvSpPr txBox="1">
            <a:spLocks noGrp="1"/>
          </p:cNvSpPr>
          <p:nvPr>
            <p:ph type="title"/>
          </p:nvPr>
        </p:nvSpPr>
        <p:spPr>
          <a:xfrm>
            <a:off x="251222" y="53744"/>
            <a:ext cx="6427012" cy="854306"/>
          </a:xfrm>
          <a:prstGeom prst="rect">
            <a:avLst/>
          </a:prstGeom>
          <a:noFill/>
          <a:ln>
            <a:noFill/>
          </a:ln>
        </p:spPr>
        <p:txBody>
          <a:bodyPr spcFirstLastPara="1" wrap="square" lIns="91425" tIns="45700" rIns="91425" bIns="45700" anchor="ctr" anchorCtr="0">
            <a:noAutofit/>
          </a:bodyPr>
          <a:lstStyle>
            <a:lvl1pPr marR="0" lvl="0" algn="l" rtl="0">
              <a:lnSpc>
                <a:spcPct val="125333"/>
              </a:lnSpc>
              <a:spcBef>
                <a:spcPts val="0"/>
              </a:spcBef>
              <a:spcAft>
                <a:spcPts val="0"/>
              </a:spcAft>
              <a:buClr>
                <a:schemeClr val="accent1"/>
              </a:buClr>
              <a:buSzPts val="2400"/>
              <a:buFont typeface="Verdana"/>
              <a:buNone/>
              <a:defRPr sz="1800" b="1" i="0" u="none" strike="noStrike" cap="none">
                <a:solidFill>
                  <a:schemeClr val="accent1"/>
                </a:solidFill>
                <a:latin typeface="Verdana"/>
                <a:ea typeface="Verdana"/>
                <a:cs typeface="Verdana"/>
                <a:sym typeface="Verdana"/>
              </a:defRPr>
            </a:lvl1pPr>
            <a:lvl2pPr lvl="1">
              <a:spcBef>
                <a:spcPts val="0"/>
              </a:spcBef>
              <a:spcAft>
                <a:spcPts val="0"/>
              </a:spcAft>
              <a:buSzPts val="1400"/>
              <a:buNone/>
              <a:defRPr sz="1350"/>
            </a:lvl2pPr>
            <a:lvl3pPr lvl="2">
              <a:spcBef>
                <a:spcPts val="0"/>
              </a:spcBef>
              <a:spcAft>
                <a:spcPts val="0"/>
              </a:spcAft>
              <a:buSzPts val="1400"/>
              <a:buNone/>
              <a:defRPr sz="1350"/>
            </a:lvl3pPr>
            <a:lvl4pPr lvl="3">
              <a:spcBef>
                <a:spcPts val="0"/>
              </a:spcBef>
              <a:spcAft>
                <a:spcPts val="0"/>
              </a:spcAft>
              <a:buSzPts val="1400"/>
              <a:buNone/>
              <a:defRPr sz="1350"/>
            </a:lvl4pPr>
            <a:lvl5pPr lvl="4">
              <a:spcBef>
                <a:spcPts val="0"/>
              </a:spcBef>
              <a:spcAft>
                <a:spcPts val="0"/>
              </a:spcAft>
              <a:buSzPts val="1400"/>
              <a:buNone/>
              <a:defRPr sz="1350"/>
            </a:lvl5pPr>
            <a:lvl6pPr lvl="5">
              <a:spcBef>
                <a:spcPts val="0"/>
              </a:spcBef>
              <a:spcAft>
                <a:spcPts val="0"/>
              </a:spcAft>
              <a:buSzPts val="1400"/>
              <a:buNone/>
              <a:defRPr sz="1350"/>
            </a:lvl6pPr>
            <a:lvl7pPr lvl="6">
              <a:spcBef>
                <a:spcPts val="0"/>
              </a:spcBef>
              <a:spcAft>
                <a:spcPts val="0"/>
              </a:spcAft>
              <a:buSzPts val="1400"/>
              <a:buNone/>
              <a:defRPr sz="1350"/>
            </a:lvl7pPr>
            <a:lvl8pPr lvl="7">
              <a:spcBef>
                <a:spcPts val="0"/>
              </a:spcBef>
              <a:spcAft>
                <a:spcPts val="0"/>
              </a:spcAft>
              <a:buSzPts val="1400"/>
              <a:buNone/>
              <a:defRPr sz="1350"/>
            </a:lvl8pPr>
            <a:lvl9pPr lvl="8">
              <a:spcBef>
                <a:spcPts val="0"/>
              </a:spcBef>
              <a:spcAft>
                <a:spcPts val="0"/>
              </a:spcAft>
              <a:buSzPts val="1400"/>
              <a:buNone/>
              <a:defRPr sz="1350"/>
            </a:lvl9pPr>
          </a:lstStyle>
          <a:p>
            <a:endParaRPr/>
          </a:p>
        </p:txBody>
      </p:sp>
      <p:sp>
        <p:nvSpPr>
          <p:cNvPr id="20" name="Google Shape;20;p12"/>
          <p:cNvSpPr txBox="1">
            <a:spLocks noGrp="1"/>
          </p:cNvSpPr>
          <p:nvPr>
            <p:ph type="body" idx="1"/>
          </p:nvPr>
        </p:nvSpPr>
        <p:spPr>
          <a:xfrm>
            <a:off x="250924" y="1052736"/>
            <a:ext cx="8641556" cy="5124227"/>
          </a:xfrm>
          <a:prstGeom prst="rect">
            <a:avLst/>
          </a:prstGeom>
          <a:noFill/>
          <a:ln>
            <a:noFill/>
          </a:ln>
        </p:spPr>
        <p:txBody>
          <a:bodyPr spcFirstLastPara="1" wrap="square" lIns="91425" tIns="45700" rIns="91425" bIns="45700" anchor="t" anchorCtr="0">
            <a:noAutofit/>
          </a:bodyPr>
          <a:lstStyle>
            <a:lvl1pPr marL="342900" marR="0" lvl="0" indent="-171450" algn="l" rtl="0">
              <a:lnSpc>
                <a:spcPct val="100000"/>
              </a:lnSpc>
              <a:spcBef>
                <a:spcPts val="451"/>
              </a:spcBef>
              <a:spcAft>
                <a:spcPts val="0"/>
              </a:spcAft>
              <a:buClr>
                <a:srgbClr val="373E47"/>
              </a:buClr>
              <a:buSzPts val="2400"/>
              <a:buFont typeface="Arial"/>
              <a:buNone/>
              <a:defRPr sz="1800" b="0" i="0" u="none" strike="noStrike" cap="none">
                <a:solidFill>
                  <a:srgbClr val="373E47"/>
                </a:solidFill>
                <a:latin typeface="Verdana"/>
                <a:ea typeface="Verdana"/>
                <a:cs typeface="Verdana"/>
                <a:sym typeface="Verdana"/>
              </a:defRPr>
            </a:lvl1pPr>
            <a:lvl2pPr marL="685800" marR="0" lvl="1" indent="-276225" algn="l" rtl="0">
              <a:lnSpc>
                <a:spcPct val="100000"/>
              </a:lnSpc>
              <a:spcBef>
                <a:spcPts val="451"/>
              </a:spcBef>
              <a:spcAft>
                <a:spcPts val="0"/>
              </a:spcAft>
              <a:buClr>
                <a:srgbClr val="FF6600"/>
              </a:buClr>
              <a:buSzPts val="2200"/>
              <a:buFont typeface="Noto Sans Symbols"/>
              <a:buChar char="▪"/>
              <a:defRPr sz="1500" b="0" i="0" u="none" strike="noStrike" cap="none">
                <a:solidFill>
                  <a:srgbClr val="373E47"/>
                </a:solidFill>
                <a:latin typeface="Verdana"/>
                <a:ea typeface="Verdana"/>
                <a:cs typeface="Verdana"/>
                <a:sym typeface="Verdana"/>
              </a:defRPr>
            </a:lvl2pPr>
            <a:lvl3pPr marL="1028700" marR="0" lvl="2" indent="-257175" algn="l" rtl="0">
              <a:lnSpc>
                <a:spcPct val="100000"/>
              </a:lnSpc>
              <a:spcBef>
                <a:spcPts val="451"/>
              </a:spcBef>
              <a:spcAft>
                <a:spcPts val="0"/>
              </a:spcAft>
              <a:buClr>
                <a:srgbClr val="FF6600"/>
              </a:buClr>
              <a:buSzPts val="1800"/>
              <a:buFont typeface="Noto Sans Symbols"/>
              <a:buChar char="▪"/>
              <a:defRPr sz="1350" b="0" i="0" u="none" strike="noStrike" cap="none">
                <a:solidFill>
                  <a:srgbClr val="373E47"/>
                </a:solidFill>
                <a:latin typeface="Verdana"/>
                <a:ea typeface="Verdana"/>
                <a:cs typeface="Verdana"/>
                <a:sym typeface="Verdana"/>
              </a:defRPr>
            </a:lvl3pPr>
            <a:lvl4pPr marL="1371600" marR="0" lvl="3" indent="-247650" algn="l" rtl="0">
              <a:lnSpc>
                <a:spcPct val="100000"/>
              </a:lnSpc>
              <a:spcBef>
                <a:spcPts val="451"/>
              </a:spcBef>
              <a:spcAft>
                <a:spcPts val="0"/>
              </a:spcAft>
              <a:buClr>
                <a:srgbClr val="FF6600"/>
              </a:buClr>
              <a:buSzPts val="1600"/>
              <a:buFont typeface="Noto Sans Symbols"/>
              <a:buChar char="▪"/>
              <a:defRPr sz="1200" b="0" i="0" u="none" strike="noStrike" cap="none">
                <a:solidFill>
                  <a:srgbClr val="373E47"/>
                </a:solidFill>
                <a:latin typeface="Verdana"/>
                <a:ea typeface="Verdana"/>
                <a:cs typeface="Verdana"/>
                <a:sym typeface="Verdana"/>
              </a:defRPr>
            </a:lvl4pPr>
            <a:lvl5pPr marL="1714500" marR="0" lvl="4" indent="-247650" algn="l" rtl="0">
              <a:lnSpc>
                <a:spcPct val="100000"/>
              </a:lnSpc>
              <a:spcBef>
                <a:spcPts val="451"/>
              </a:spcBef>
              <a:spcAft>
                <a:spcPts val="0"/>
              </a:spcAft>
              <a:buClr>
                <a:srgbClr val="FF6600"/>
              </a:buClr>
              <a:buSzPts val="1600"/>
              <a:buFont typeface="Noto Sans Symbols"/>
              <a:buChar char="▪"/>
              <a:defRPr sz="1200" b="0" i="0" u="none" strike="noStrike" cap="none">
                <a:solidFill>
                  <a:srgbClr val="373E47"/>
                </a:solidFill>
                <a:latin typeface="Verdana"/>
                <a:ea typeface="Verdana"/>
                <a:cs typeface="Verdana"/>
                <a:sym typeface="Verdana"/>
              </a:defRPr>
            </a:lvl5pPr>
            <a:lvl6pPr marL="2057400" marR="0" lvl="5" indent="-257175" algn="l" rtl="0">
              <a:lnSpc>
                <a:spcPct val="90000"/>
              </a:lnSpc>
              <a:spcBef>
                <a:spcPts val="375"/>
              </a:spcBef>
              <a:spcAft>
                <a:spcPts val="0"/>
              </a:spcAft>
              <a:buClr>
                <a:schemeClr val="dk1"/>
              </a:buClr>
              <a:buSzPts val="1800"/>
              <a:buFont typeface="Arial"/>
              <a:buChar char="•"/>
              <a:defRPr sz="1350" b="0" i="0" u="none" strike="noStrike" cap="none">
                <a:solidFill>
                  <a:schemeClr val="dk1"/>
                </a:solidFill>
                <a:latin typeface="Verdana"/>
                <a:ea typeface="Verdana"/>
                <a:cs typeface="Verdana"/>
                <a:sym typeface="Verdana"/>
              </a:defRPr>
            </a:lvl6pPr>
            <a:lvl7pPr marL="2400300" marR="0" lvl="6" indent="-257175" algn="l" rtl="0">
              <a:lnSpc>
                <a:spcPct val="90000"/>
              </a:lnSpc>
              <a:spcBef>
                <a:spcPts val="375"/>
              </a:spcBef>
              <a:spcAft>
                <a:spcPts val="0"/>
              </a:spcAft>
              <a:buClr>
                <a:schemeClr val="dk1"/>
              </a:buClr>
              <a:buSzPts val="1800"/>
              <a:buFont typeface="Arial"/>
              <a:buChar char="•"/>
              <a:defRPr sz="1350" b="0" i="0" u="none" strike="noStrike" cap="none">
                <a:solidFill>
                  <a:schemeClr val="dk1"/>
                </a:solidFill>
                <a:latin typeface="Verdana"/>
                <a:ea typeface="Verdana"/>
                <a:cs typeface="Verdana"/>
                <a:sym typeface="Verdana"/>
              </a:defRPr>
            </a:lvl7pPr>
            <a:lvl8pPr marL="2743200" marR="0" lvl="7" indent="-257175" algn="l" rtl="0">
              <a:lnSpc>
                <a:spcPct val="90000"/>
              </a:lnSpc>
              <a:spcBef>
                <a:spcPts val="375"/>
              </a:spcBef>
              <a:spcAft>
                <a:spcPts val="0"/>
              </a:spcAft>
              <a:buClr>
                <a:schemeClr val="dk1"/>
              </a:buClr>
              <a:buSzPts val="1800"/>
              <a:buFont typeface="Arial"/>
              <a:buChar char="•"/>
              <a:defRPr sz="1350" b="0" i="0" u="none" strike="noStrike" cap="none">
                <a:solidFill>
                  <a:schemeClr val="dk1"/>
                </a:solidFill>
                <a:latin typeface="Verdana"/>
                <a:ea typeface="Verdana"/>
                <a:cs typeface="Verdana"/>
                <a:sym typeface="Verdana"/>
              </a:defRPr>
            </a:lvl8pPr>
            <a:lvl9pPr marL="3086100" marR="0" lvl="8" indent="-257175" algn="l" rtl="0">
              <a:lnSpc>
                <a:spcPct val="90000"/>
              </a:lnSpc>
              <a:spcBef>
                <a:spcPts val="375"/>
              </a:spcBef>
              <a:spcAft>
                <a:spcPts val="0"/>
              </a:spcAft>
              <a:buClr>
                <a:schemeClr val="dk1"/>
              </a:buClr>
              <a:buSzPts val="1800"/>
              <a:buFont typeface="Arial"/>
              <a:buChar char="•"/>
              <a:defRPr sz="1350" b="0" i="0" u="none" strike="noStrike" cap="none">
                <a:solidFill>
                  <a:schemeClr val="dk1"/>
                </a:solidFill>
                <a:latin typeface="Verdana"/>
                <a:ea typeface="Verdana"/>
                <a:cs typeface="Verdana"/>
                <a:sym typeface="Verdana"/>
              </a:defRPr>
            </a:lvl9pPr>
          </a:lstStyle>
          <a:p>
            <a:endParaRPr/>
          </a:p>
        </p:txBody>
      </p:sp>
    </p:spTree>
    <p:extLst>
      <p:ext uri="{BB962C8B-B14F-4D97-AF65-F5344CB8AC3E}">
        <p14:creationId xmlns:p14="http://schemas.microsoft.com/office/powerpoint/2010/main" val="45008187"/>
      </p:ext>
    </p:extLst>
  </p:cSld>
  <p:clrMapOvr>
    <a:masterClrMapping/>
  </p:clrMapOvr>
  <p:extLst>
    <p:ext uri="{DCECCB84-F9BA-43D5-87BE-67443E8EF086}">
      <p15:sldGuideLst xmlns:p15="http://schemas.microsoft.com/office/powerpoint/2012/main">
        <p15:guide id="1" orient="horz" pos="3974">
          <p15:clr>
            <a:srgbClr val="FBAE40"/>
          </p15:clr>
        </p15:guide>
        <p15:guide id="2" pos="3840">
          <p15:clr>
            <a:srgbClr val="FBAE40"/>
          </p15:clr>
        </p15:guide>
        <p15:guide id="3" orient="horz" pos="572">
          <p15:clr>
            <a:srgbClr val="FBAE40"/>
          </p15:clr>
        </p15:guide>
        <p15:guide id="4" pos="6335">
          <p15:clr>
            <a:srgbClr val="FBAE40"/>
          </p15:clr>
        </p15:guide>
        <p15:guide id="5" pos="7469">
          <p15:clr>
            <a:srgbClr val="FBAE40"/>
          </p15:clr>
        </p15:guide>
        <p15:guide id="6" pos="211">
          <p15:clr>
            <a:srgbClr val="FBAE40"/>
          </p15:clr>
        </p15:guide>
        <p15:guide id="7" orient="horz" pos="28">
          <p15:clr>
            <a:srgbClr val="FBAE40"/>
          </p15:clr>
        </p15:guide>
        <p15:guide id="8" orient="horz" pos="216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2870"/>
            <a:ext cx="6940861" cy="1278217"/>
          </a:xfrm>
          <a:prstGeom prst="rect">
            <a:avLst/>
          </a:prstGeom>
          <a:solidFill>
            <a:schemeClr val="tx1"/>
          </a:solidFill>
        </p:spPr>
        <p:txBody>
          <a:bodyPr vert="horz" lIns="91440" tIns="45720" rIns="91440" bIns="45720" rtlCol="0" anchor="ctr">
            <a:normAutofit/>
          </a:bodyPr>
          <a:lstStyle/>
          <a:p>
            <a:r>
              <a:rPr lang="pt-PT"/>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PT"/>
              <a:t>Click to edit Master text styles</a:t>
            </a:r>
          </a:p>
          <a:p>
            <a:pPr lvl="1"/>
            <a:r>
              <a:rPr lang="pt-PT"/>
              <a:t>Second level</a:t>
            </a:r>
          </a:p>
          <a:p>
            <a:pPr lvl="2"/>
            <a:r>
              <a:rPr lang="pt-PT"/>
              <a:t>Third level</a:t>
            </a:r>
          </a:p>
          <a:p>
            <a:pPr lvl="3"/>
            <a:r>
              <a:rPr lang="pt-PT"/>
              <a:t>Fourth level</a:t>
            </a:r>
          </a:p>
          <a:p>
            <a:pPr lvl="4"/>
            <a:r>
              <a:rPr lang="pt-PT"/>
              <a:t>Fifth level</a:t>
            </a:r>
            <a:endParaRPr lang="en-US"/>
          </a:p>
        </p:txBody>
      </p:sp>
      <p:sp>
        <p:nvSpPr>
          <p:cNvPr id="4" name="Date Placeholder 3"/>
          <p:cNvSpPr>
            <a:spLocks noGrp="1"/>
          </p:cNvSpPr>
          <p:nvPr>
            <p:ph type="dt" sz="half" idx="2"/>
          </p:nvPr>
        </p:nvSpPr>
        <p:spPr>
          <a:xfrm>
            <a:off x="0" y="6492875"/>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AAA085-F8B6-C74F-A545-7650ED705A4F}" type="datetime1">
              <a:rPr lang="en-US" smtClean="0"/>
              <a:t>4/29/26</a:t>
            </a:fld>
            <a:endParaRPr lang="en-US"/>
          </a:p>
        </p:txBody>
      </p:sp>
      <p:sp>
        <p:nvSpPr>
          <p:cNvPr id="5" name="Footer Placeholder 4"/>
          <p:cNvSpPr>
            <a:spLocks noGrp="1"/>
          </p:cNvSpPr>
          <p:nvPr>
            <p:ph type="ftr" sz="quarter" idx="3"/>
          </p:nvPr>
        </p:nvSpPr>
        <p:spPr>
          <a:xfrm>
            <a:off x="2349909" y="6492875"/>
            <a:ext cx="446384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IART @ L.EIC</a:t>
            </a:r>
            <a:endParaRPr lang="en-US" dirty="0"/>
          </a:p>
        </p:txBody>
      </p:sp>
      <p:sp>
        <p:nvSpPr>
          <p:cNvPr id="6" name="Slide Number Placeholder 5"/>
          <p:cNvSpPr>
            <a:spLocks noGrp="1"/>
          </p:cNvSpPr>
          <p:nvPr>
            <p:ph type="sldNum" sz="quarter" idx="4"/>
          </p:nvPr>
        </p:nvSpPr>
        <p:spPr>
          <a:xfrm>
            <a:off x="7010400" y="6492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CF91DC-9B2A-DA46-8614-FC490D3FF29A}" type="slidenum">
              <a:rPr lang="en-US" smtClean="0"/>
              <a:t>‹nº›</a:t>
            </a:fld>
            <a:endParaRPr lang="en-US"/>
          </a:p>
        </p:txBody>
      </p:sp>
      <p:pic>
        <p:nvPicPr>
          <p:cNvPr id="11" name="Picture 10" descr="logo_UP_FEUP_monocromático.png"/>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6940861" y="293957"/>
            <a:ext cx="2239233" cy="738429"/>
          </a:xfrm>
          <a:prstGeom prst="rect">
            <a:avLst/>
          </a:prstGeom>
        </p:spPr>
      </p:pic>
    </p:spTree>
    <p:extLst>
      <p:ext uri="{BB962C8B-B14F-4D97-AF65-F5344CB8AC3E}">
        <p14:creationId xmlns:p14="http://schemas.microsoft.com/office/powerpoint/2010/main" val="2829244136"/>
      </p:ext>
    </p:extLst>
  </p:cSld>
  <p:clrMap bg1="lt1" tx1="dk1" bg2="lt2" tx2="dk2" accent1="accent1" accent2="accent2" accent3="accent3" accent4="accent4" accent5="accent5" accent6="accent6" hlink="hlink" folHlink="folHlink"/>
  <p:sldLayoutIdLst>
    <p:sldLayoutId id="2147483673" r:id="rId1"/>
    <p:sldLayoutId id="2147483684"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5" r:id="rId13"/>
  </p:sldLayoutIdLst>
  <p:hf hdr="0" dt="0"/>
  <p:txStyles>
    <p:titleStyle>
      <a:lvl1pPr algn="ctr" defTabSz="457200" rtl="0" eaLnBrk="1" latinLnBrk="0" hangingPunct="1">
        <a:spcBef>
          <a:spcPct val="0"/>
        </a:spcBef>
        <a:buNone/>
        <a:defRPr sz="4400" kern="1200">
          <a:solidFill>
            <a:schemeClr val="bg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4"/>
          <p:cNvSpPr>
            <a:spLocks noGrp="1" noChangeArrowheads="1"/>
          </p:cNvSpPr>
          <p:nvPr>
            <p:ph type="ctrTitle"/>
          </p:nvPr>
        </p:nvSpPr>
        <p:spPr>
          <a:xfrm>
            <a:off x="685800" y="1328131"/>
            <a:ext cx="7772400" cy="1470025"/>
          </a:xfrm>
        </p:spPr>
        <p:txBody>
          <a:bodyPr>
            <a:normAutofit/>
          </a:bodyPr>
          <a:lstStyle/>
          <a:p>
            <a:r>
              <a:rPr lang="en-US" noProof="0" dirty="0"/>
              <a:t>Project 2</a:t>
            </a:r>
            <a:br>
              <a:rPr lang="en-US" noProof="0" dirty="0"/>
            </a:br>
            <a:r>
              <a:rPr lang="en-US" noProof="0" dirty="0"/>
              <a:t>L.EIC – IART</a:t>
            </a:r>
          </a:p>
        </p:txBody>
      </p:sp>
      <p:sp>
        <p:nvSpPr>
          <p:cNvPr id="3" name="Subtitle 2">
            <a:extLst>
              <a:ext uri="{FF2B5EF4-FFF2-40B4-BE49-F238E27FC236}">
                <a16:creationId xmlns:a16="http://schemas.microsoft.com/office/drawing/2014/main" id="{1B0D12EB-6D15-0DB7-BF29-13548910DE4A}"/>
              </a:ext>
            </a:extLst>
          </p:cNvPr>
          <p:cNvSpPr>
            <a:spLocks noGrp="1"/>
          </p:cNvSpPr>
          <p:nvPr>
            <p:ph type="subTitle" idx="1"/>
          </p:nvPr>
        </p:nvSpPr>
        <p:spPr>
          <a:xfrm>
            <a:off x="1371600" y="3183545"/>
            <a:ext cx="6400800" cy="1752600"/>
          </a:xfrm>
        </p:spPr>
        <p:txBody>
          <a:bodyPr>
            <a:normAutofit/>
          </a:bodyPr>
          <a:lstStyle/>
          <a:p>
            <a:r>
              <a:rPr lang="en-US" noProof="0" dirty="0"/>
              <a:t>Afonso Pereira – 202305652</a:t>
            </a:r>
          </a:p>
          <a:p>
            <a:r>
              <a:rPr lang="en-US" noProof="0" dirty="0"/>
              <a:t>Paulo Saavedra – 202307477</a:t>
            </a:r>
          </a:p>
          <a:p>
            <a:r>
              <a:rPr lang="en-US" noProof="0" dirty="0"/>
              <a:t>Tiago Afonseca – 202303700</a:t>
            </a:r>
          </a:p>
          <a:p>
            <a:endParaRPr lang="en-US" noProof="0" dirty="0"/>
          </a:p>
        </p:txBody>
      </p:sp>
    </p:spTree>
    <p:extLst>
      <p:ext uri="{BB962C8B-B14F-4D97-AF65-F5344CB8AC3E}">
        <p14:creationId xmlns:p14="http://schemas.microsoft.com/office/powerpoint/2010/main" val="1733574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970CE-FDEC-4E92-E8F6-A3D1A00C11D3}"/>
              </a:ext>
            </a:extLst>
          </p:cNvPr>
          <p:cNvSpPr>
            <a:spLocks noGrp="1"/>
          </p:cNvSpPr>
          <p:nvPr>
            <p:ph type="title"/>
          </p:nvPr>
        </p:nvSpPr>
        <p:spPr/>
        <p:txBody>
          <a:bodyPr/>
          <a:lstStyle/>
          <a:p>
            <a:r>
              <a:rPr lang="en-US" noProof="0" dirty="0"/>
              <a:t>Medical Clinic</a:t>
            </a:r>
          </a:p>
        </p:txBody>
      </p:sp>
      <p:sp>
        <p:nvSpPr>
          <p:cNvPr id="3" name="Content Placeholder 2">
            <a:extLst>
              <a:ext uri="{FF2B5EF4-FFF2-40B4-BE49-F238E27FC236}">
                <a16:creationId xmlns:a16="http://schemas.microsoft.com/office/drawing/2014/main" id="{BCACAAC2-B777-3DD2-AD48-C440F090F550}"/>
              </a:ext>
            </a:extLst>
          </p:cNvPr>
          <p:cNvSpPr>
            <a:spLocks noGrp="1"/>
          </p:cNvSpPr>
          <p:nvPr>
            <p:ph idx="1"/>
          </p:nvPr>
        </p:nvSpPr>
        <p:spPr/>
        <p:txBody>
          <a:bodyPr>
            <a:normAutofit/>
          </a:bodyPr>
          <a:lstStyle/>
          <a:p>
            <a:r>
              <a:rPr lang="en-US" sz="2000" b="0" i="0" u="none" strike="noStrike" noProof="0" dirty="0">
                <a:solidFill>
                  <a:srgbClr val="000000"/>
                </a:solidFill>
                <a:effectLst/>
                <a:latin typeface="-webkit-standard"/>
              </a:rPr>
              <a:t>A medium-sized private medical clinic offering consultations in multiple specialties (General Practice, Pediatrics, Cardiology, Dermatology, and Orthopedics). It handles a high volume of daily consultations but faces challenges in optimizing staff workload.</a:t>
            </a:r>
          </a:p>
          <a:p>
            <a:endParaRPr lang="en-US" sz="2000" noProof="0" dirty="0">
              <a:solidFill>
                <a:srgbClr val="000000"/>
              </a:solidFill>
              <a:latin typeface="-webkit-standard"/>
            </a:endParaRPr>
          </a:p>
          <a:p>
            <a:endParaRPr lang="en-US" sz="2000" noProof="0" dirty="0">
              <a:solidFill>
                <a:srgbClr val="000000"/>
              </a:solidFill>
              <a:latin typeface="-webkit-standard"/>
            </a:endParaRPr>
          </a:p>
          <a:p>
            <a:pPr marL="0" indent="0">
              <a:buNone/>
            </a:pPr>
            <a:endParaRPr lang="en-US" sz="2000" noProof="0" dirty="0">
              <a:solidFill>
                <a:srgbClr val="000000"/>
              </a:solidFill>
              <a:latin typeface="-webkit-standard"/>
            </a:endParaRPr>
          </a:p>
          <a:p>
            <a:r>
              <a:rPr lang="en-US" sz="2000" b="1" i="0" u="none" strike="noStrike" noProof="0" dirty="0">
                <a:solidFill>
                  <a:srgbClr val="000000"/>
                </a:solidFill>
                <a:effectLst/>
              </a:rPr>
              <a:t>Contact Person:</a:t>
            </a:r>
            <a:r>
              <a:rPr lang="en-US" sz="2000" b="0" i="0" u="none" strike="noStrike" noProof="0" dirty="0">
                <a:solidFill>
                  <a:srgbClr val="000000"/>
                </a:solidFill>
                <a:effectLst/>
                <a:latin typeface="-webkit-standard"/>
              </a:rPr>
              <a:t> Emily Carter</a:t>
            </a:r>
            <a:endParaRPr lang="en-US" sz="3600" b="0" i="0" u="none" strike="noStrike" noProof="0" dirty="0">
              <a:solidFill>
                <a:srgbClr val="000000"/>
              </a:solidFill>
              <a:effectLst/>
              <a:latin typeface="-webkit-standard"/>
            </a:endParaRPr>
          </a:p>
          <a:p>
            <a:r>
              <a:rPr lang="en-US" sz="2000" b="1" i="0" u="none" strike="noStrike" noProof="0" dirty="0">
                <a:solidFill>
                  <a:srgbClr val="000000"/>
                </a:solidFill>
                <a:effectLst/>
              </a:rPr>
              <a:t>Position: </a:t>
            </a:r>
            <a:r>
              <a:rPr lang="en-US" sz="2000" b="0" i="0" u="none" strike="noStrike" noProof="0" dirty="0">
                <a:solidFill>
                  <a:srgbClr val="000000"/>
                </a:solidFill>
                <a:effectLst/>
                <a:latin typeface="-webkit-standard"/>
              </a:rPr>
              <a:t>Operations Manager</a:t>
            </a:r>
          </a:p>
        </p:txBody>
      </p:sp>
      <p:sp>
        <p:nvSpPr>
          <p:cNvPr id="4" name="Slide Number Placeholder 3">
            <a:extLst>
              <a:ext uri="{FF2B5EF4-FFF2-40B4-BE49-F238E27FC236}">
                <a16:creationId xmlns:a16="http://schemas.microsoft.com/office/drawing/2014/main" id="{9FA27DF1-2037-AB3E-9747-A728CE44D4CA}"/>
              </a:ext>
            </a:extLst>
          </p:cNvPr>
          <p:cNvSpPr>
            <a:spLocks noGrp="1"/>
          </p:cNvSpPr>
          <p:nvPr>
            <p:ph type="sldNum" sz="quarter" idx="12"/>
          </p:nvPr>
        </p:nvSpPr>
        <p:spPr/>
        <p:txBody>
          <a:bodyPr/>
          <a:lstStyle/>
          <a:p>
            <a:fld id="{DACF91DC-9B2A-DA46-8614-FC490D3FF29A}" type="slidenum">
              <a:rPr lang="en-US" noProof="0" smtClean="0"/>
              <a:t>2</a:t>
            </a:fld>
            <a:endParaRPr lang="en-US" noProof="0" dirty="0"/>
          </a:p>
        </p:txBody>
      </p:sp>
      <p:sp>
        <p:nvSpPr>
          <p:cNvPr id="5" name="Footer Placeholder 4">
            <a:extLst>
              <a:ext uri="{FF2B5EF4-FFF2-40B4-BE49-F238E27FC236}">
                <a16:creationId xmlns:a16="http://schemas.microsoft.com/office/drawing/2014/main" id="{BD49A950-FBEE-1B3C-AC4D-4DB713F8CBFC}"/>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2989641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DCB54-7A9F-C7C6-433C-355A834E03CB}"/>
              </a:ext>
            </a:extLst>
          </p:cNvPr>
          <p:cNvSpPr>
            <a:spLocks noGrp="1"/>
          </p:cNvSpPr>
          <p:nvPr>
            <p:ph type="title"/>
          </p:nvPr>
        </p:nvSpPr>
        <p:spPr/>
        <p:txBody>
          <a:bodyPr/>
          <a:lstStyle/>
          <a:p>
            <a:r>
              <a:rPr lang="en-US" noProof="0" dirty="0"/>
              <a:t>problem</a:t>
            </a:r>
          </a:p>
        </p:txBody>
      </p:sp>
      <p:sp>
        <p:nvSpPr>
          <p:cNvPr id="3" name="Content Placeholder 2">
            <a:extLst>
              <a:ext uri="{FF2B5EF4-FFF2-40B4-BE49-F238E27FC236}">
                <a16:creationId xmlns:a16="http://schemas.microsoft.com/office/drawing/2014/main" id="{6B853A36-7E51-3C7C-9EE3-5B270D72C082}"/>
              </a:ext>
            </a:extLst>
          </p:cNvPr>
          <p:cNvSpPr>
            <a:spLocks noGrp="1"/>
          </p:cNvSpPr>
          <p:nvPr>
            <p:ph idx="1"/>
          </p:nvPr>
        </p:nvSpPr>
        <p:spPr/>
        <p:txBody>
          <a:bodyPr>
            <a:normAutofit/>
          </a:bodyPr>
          <a:lstStyle/>
          <a:p>
            <a:pPr marL="0" indent="0">
              <a:buNone/>
            </a:pPr>
            <a:r>
              <a:rPr lang="en-US" sz="1800" b="1" i="0" u="none" strike="noStrike" noProof="0" dirty="0">
                <a:solidFill>
                  <a:srgbClr val="000000"/>
                </a:solidFill>
                <a:effectLst/>
              </a:rPr>
              <a:t>Definition of the Problem:</a:t>
            </a:r>
            <a:br>
              <a:rPr lang="en-US" sz="1800" noProof="0" dirty="0"/>
            </a:br>
            <a:r>
              <a:rPr lang="en-US" sz="1600" b="0" i="0" u="none" strike="noStrike" dirty="0">
                <a:solidFill>
                  <a:srgbClr val="000000"/>
                </a:solidFill>
                <a:effectLst/>
                <a:latin typeface="-webkit-standard"/>
              </a:rPr>
              <a:t>The clinic faces high no-show rates, resulting in direct revenue loss from unfilled appointment slots. This also creates unpredictable idle time for clinicians and contributes to longer waiting lists, ultimately reducing access and efficiency across the system.</a:t>
            </a:r>
          </a:p>
          <a:p>
            <a:pPr marL="0" indent="0">
              <a:buNone/>
            </a:pPr>
            <a:endParaRPr lang="en-US" sz="1600" noProof="0" dirty="0">
              <a:solidFill>
                <a:srgbClr val="000000"/>
              </a:solidFill>
              <a:latin typeface="-webkit-standard"/>
            </a:endParaRPr>
          </a:p>
          <a:p>
            <a:pPr marL="0" indent="0">
              <a:buNone/>
            </a:pPr>
            <a:endParaRPr lang="en-US" sz="1600" dirty="0">
              <a:solidFill>
                <a:srgbClr val="000000"/>
              </a:solidFill>
              <a:latin typeface="-webkit-standard"/>
            </a:endParaRPr>
          </a:p>
          <a:p>
            <a:pPr marL="0" indent="0">
              <a:buNone/>
            </a:pPr>
            <a:endParaRPr lang="en-US" sz="1600" noProof="0" dirty="0">
              <a:solidFill>
                <a:srgbClr val="000000"/>
              </a:solidFill>
              <a:latin typeface="-webkit-standard"/>
            </a:endParaRPr>
          </a:p>
          <a:p>
            <a:pPr marL="0" indent="0">
              <a:buNone/>
            </a:pPr>
            <a:r>
              <a:rPr lang="en-US" sz="1600" b="1" i="0" u="none" strike="noStrike" noProof="0" dirty="0">
                <a:solidFill>
                  <a:srgbClr val="000000"/>
                </a:solidFill>
                <a:effectLst/>
              </a:rPr>
              <a:t>Current Approach</a:t>
            </a:r>
            <a:br>
              <a:rPr lang="en-US" sz="1600" noProof="0" dirty="0"/>
            </a:br>
            <a:r>
              <a:rPr lang="en-US" sz="1600" b="0" i="0" u="none" strike="noStrike" noProof="0" dirty="0">
                <a:solidFill>
                  <a:srgbClr val="000000"/>
                </a:solidFill>
                <a:effectLst/>
                <a:latin typeface="-webkit-standard"/>
              </a:rPr>
              <a:t>The current approach is reactive and inefficient, relying on generic SMS reminders sent to all patients the day before appointments, combined with occasional manual confirmation calls. This process is time-consuming, generates unnecessary costs, and lacks a targeted strategy to proactively manage patients with a higher likelihood of not attending.</a:t>
            </a:r>
            <a:endParaRPr lang="en-US" sz="2800" noProof="0" dirty="0"/>
          </a:p>
        </p:txBody>
      </p:sp>
      <p:sp>
        <p:nvSpPr>
          <p:cNvPr id="4" name="Slide Number Placeholder 3">
            <a:extLst>
              <a:ext uri="{FF2B5EF4-FFF2-40B4-BE49-F238E27FC236}">
                <a16:creationId xmlns:a16="http://schemas.microsoft.com/office/drawing/2014/main" id="{459A3059-B1BD-D3FB-B86A-3BA4E9FA0DA6}"/>
              </a:ext>
            </a:extLst>
          </p:cNvPr>
          <p:cNvSpPr>
            <a:spLocks noGrp="1"/>
          </p:cNvSpPr>
          <p:nvPr>
            <p:ph type="sldNum" sz="quarter" idx="12"/>
          </p:nvPr>
        </p:nvSpPr>
        <p:spPr/>
        <p:txBody>
          <a:bodyPr/>
          <a:lstStyle/>
          <a:p>
            <a:fld id="{DACF91DC-9B2A-DA46-8614-FC490D3FF29A}" type="slidenum">
              <a:rPr lang="en-US" noProof="0" smtClean="0"/>
              <a:t>3</a:t>
            </a:fld>
            <a:endParaRPr lang="en-US" noProof="0" dirty="0"/>
          </a:p>
        </p:txBody>
      </p:sp>
      <p:sp>
        <p:nvSpPr>
          <p:cNvPr id="5" name="Footer Placeholder 4">
            <a:extLst>
              <a:ext uri="{FF2B5EF4-FFF2-40B4-BE49-F238E27FC236}">
                <a16:creationId xmlns:a16="http://schemas.microsoft.com/office/drawing/2014/main" id="{8A97EF15-F82E-7BC4-F9C0-A0C866B1C82D}"/>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22686643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C9B77-200C-05A3-C3A2-3710962EE00B}"/>
              </a:ext>
            </a:extLst>
          </p:cNvPr>
          <p:cNvSpPr>
            <a:spLocks noGrp="1"/>
          </p:cNvSpPr>
          <p:nvPr>
            <p:ph type="title"/>
          </p:nvPr>
        </p:nvSpPr>
        <p:spPr/>
        <p:txBody>
          <a:bodyPr/>
          <a:lstStyle/>
          <a:p>
            <a:r>
              <a:rPr lang="en-US" noProof="0" dirty="0"/>
              <a:t>available data</a:t>
            </a:r>
          </a:p>
        </p:txBody>
      </p:sp>
      <p:sp>
        <p:nvSpPr>
          <p:cNvPr id="3" name="Content Placeholder 2">
            <a:extLst>
              <a:ext uri="{FF2B5EF4-FFF2-40B4-BE49-F238E27FC236}">
                <a16:creationId xmlns:a16="http://schemas.microsoft.com/office/drawing/2014/main" id="{5E14D6B1-3115-4035-E5FE-A1BE13B8BAE0}"/>
              </a:ext>
            </a:extLst>
          </p:cNvPr>
          <p:cNvSpPr>
            <a:spLocks noGrp="1"/>
          </p:cNvSpPr>
          <p:nvPr>
            <p:ph idx="1"/>
          </p:nvPr>
        </p:nvSpPr>
        <p:spPr/>
        <p:txBody>
          <a:bodyPr/>
          <a:lstStyle/>
          <a:p>
            <a:r>
              <a:rPr lang="en-US" noProof="0" dirty="0"/>
              <a:t>high-level description of the data that would be available</a:t>
            </a:r>
          </a:p>
          <a:p>
            <a:pPr lvl="1"/>
            <a:r>
              <a:rPr lang="en-US" noProof="0" dirty="0"/>
              <a:t>e.g. entities or tables</a:t>
            </a:r>
          </a:p>
        </p:txBody>
      </p:sp>
      <p:sp>
        <p:nvSpPr>
          <p:cNvPr id="4" name="Slide Number Placeholder 3">
            <a:extLst>
              <a:ext uri="{FF2B5EF4-FFF2-40B4-BE49-F238E27FC236}">
                <a16:creationId xmlns:a16="http://schemas.microsoft.com/office/drawing/2014/main" id="{839F9FCA-61A8-ABA8-6F53-C41BCD1AC12A}"/>
              </a:ext>
            </a:extLst>
          </p:cNvPr>
          <p:cNvSpPr>
            <a:spLocks noGrp="1"/>
          </p:cNvSpPr>
          <p:nvPr>
            <p:ph type="sldNum" sz="quarter" idx="12"/>
          </p:nvPr>
        </p:nvSpPr>
        <p:spPr/>
        <p:txBody>
          <a:bodyPr/>
          <a:lstStyle/>
          <a:p>
            <a:fld id="{DACF91DC-9B2A-DA46-8614-FC490D3FF29A}" type="slidenum">
              <a:rPr lang="en-US" noProof="0" smtClean="0"/>
              <a:t>4</a:t>
            </a:fld>
            <a:endParaRPr lang="en-US" noProof="0" dirty="0"/>
          </a:p>
        </p:txBody>
      </p:sp>
      <p:sp>
        <p:nvSpPr>
          <p:cNvPr id="5" name="Footer Placeholder 4">
            <a:extLst>
              <a:ext uri="{FF2B5EF4-FFF2-40B4-BE49-F238E27FC236}">
                <a16:creationId xmlns:a16="http://schemas.microsoft.com/office/drawing/2014/main" id="{98C14484-D6EC-2E5C-5551-962F7ABDBAC6}"/>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852529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2D650-9867-C2E6-3486-38C1DF666FDA}"/>
              </a:ext>
            </a:extLst>
          </p:cNvPr>
          <p:cNvSpPr>
            <a:spLocks noGrp="1"/>
          </p:cNvSpPr>
          <p:nvPr>
            <p:ph type="title"/>
          </p:nvPr>
        </p:nvSpPr>
        <p:spPr/>
        <p:txBody>
          <a:bodyPr/>
          <a:lstStyle/>
          <a:p>
            <a:r>
              <a:rPr lang="en-US" noProof="0" dirty="0"/>
              <a:t>solution overview</a:t>
            </a:r>
          </a:p>
        </p:txBody>
      </p:sp>
      <p:sp>
        <p:nvSpPr>
          <p:cNvPr id="3" name="Content Placeholder 2">
            <a:extLst>
              <a:ext uri="{FF2B5EF4-FFF2-40B4-BE49-F238E27FC236}">
                <a16:creationId xmlns:a16="http://schemas.microsoft.com/office/drawing/2014/main" id="{382FD194-E657-3A6A-43C5-1BCD9E722056}"/>
              </a:ext>
            </a:extLst>
          </p:cNvPr>
          <p:cNvSpPr>
            <a:spLocks noGrp="1"/>
          </p:cNvSpPr>
          <p:nvPr>
            <p:ph idx="1"/>
          </p:nvPr>
        </p:nvSpPr>
        <p:spPr/>
        <p:txBody>
          <a:bodyPr>
            <a:normAutofit fontScale="92500" lnSpcReduction="20000"/>
          </a:bodyPr>
          <a:lstStyle/>
          <a:p>
            <a:r>
              <a:rPr lang="en-US" noProof="0" dirty="0"/>
              <a:t>description of the solution designed to address the problem</a:t>
            </a:r>
          </a:p>
          <a:p>
            <a:pPr lvl="1"/>
            <a:r>
              <a:rPr lang="en-US" noProof="0" dirty="0"/>
              <a:t>probably including other components besides the ML model</a:t>
            </a:r>
          </a:p>
          <a:p>
            <a:pPr lvl="2"/>
            <a:r>
              <a:rPr lang="en-US" noProof="0" dirty="0"/>
              <a:t>… such as mobile apps, websites, hardware</a:t>
            </a:r>
          </a:p>
          <a:p>
            <a:pPr lvl="1"/>
            <a:r>
              <a:rPr lang="en-US" noProof="0" dirty="0"/>
              <a:t>… and other AI techniques</a:t>
            </a:r>
          </a:p>
          <a:p>
            <a:pPr lvl="2"/>
            <a:r>
              <a:rPr lang="en-US" noProof="0" dirty="0"/>
              <a:t>e.g. search</a:t>
            </a:r>
          </a:p>
          <a:p>
            <a:pPr lvl="1"/>
            <a:endParaRPr lang="en-US" noProof="0" dirty="0"/>
          </a:p>
          <a:p>
            <a:r>
              <a:rPr lang="en-US" noProof="0" dirty="0">
                <a:solidFill>
                  <a:srgbClr val="FF0000"/>
                </a:solidFill>
              </a:rPr>
              <a:t>IMPORTANT NOTE: you are not expected to develop the whole application</a:t>
            </a:r>
            <a:r>
              <a:rPr lang="en-US" noProof="0" dirty="0"/>
              <a:t>. Just the predictive model.</a:t>
            </a:r>
          </a:p>
          <a:p>
            <a:pPr lvl="2"/>
            <a:endParaRPr lang="en-US" noProof="0" dirty="0"/>
          </a:p>
        </p:txBody>
      </p:sp>
      <p:sp>
        <p:nvSpPr>
          <p:cNvPr id="4" name="Slide Number Placeholder 3">
            <a:extLst>
              <a:ext uri="{FF2B5EF4-FFF2-40B4-BE49-F238E27FC236}">
                <a16:creationId xmlns:a16="http://schemas.microsoft.com/office/drawing/2014/main" id="{FE5766D3-9E2F-2E67-C082-FC0ACBEB212B}"/>
              </a:ext>
            </a:extLst>
          </p:cNvPr>
          <p:cNvSpPr>
            <a:spLocks noGrp="1"/>
          </p:cNvSpPr>
          <p:nvPr>
            <p:ph type="sldNum" sz="quarter" idx="12"/>
          </p:nvPr>
        </p:nvSpPr>
        <p:spPr/>
        <p:txBody>
          <a:bodyPr/>
          <a:lstStyle/>
          <a:p>
            <a:fld id="{DACF91DC-9B2A-DA46-8614-FC490D3FF29A}" type="slidenum">
              <a:rPr lang="en-US" noProof="0" smtClean="0"/>
              <a:t>5</a:t>
            </a:fld>
            <a:endParaRPr lang="en-US" noProof="0" dirty="0"/>
          </a:p>
        </p:txBody>
      </p:sp>
      <p:sp>
        <p:nvSpPr>
          <p:cNvPr id="5" name="Footer Placeholder 4">
            <a:extLst>
              <a:ext uri="{FF2B5EF4-FFF2-40B4-BE49-F238E27FC236}">
                <a16:creationId xmlns:a16="http://schemas.microsoft.com/office/drawing/2014/main" id="{67D9BFB8-9687-5073-75B7-B3FF1BFA51C8}"/>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33053370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4356-5B8F-4558-EEB3-1C6959DB8D47}"/>
              </a:ext>
            </a:extLst>
          </p:cNvPr>
          <p:cNvSpPr>
            <a:spLocks noGrp="1"/>
          </p:cNvSpPr>
          <p:nvPr>
            <p:ph type="title"/>
          </p:nvPr>
        </p:nvSpPr>
        <p:spPr/>
        <p:txBody>
          <a:bodyPr/>
          <a:lstStyle/>
          <a:p>
            <a:r>
              <a:rPr lang="en-US" noProof="0" dirty="0"/>
              <a:t>predictive model</a:t>
            </a:r>
          </a:p>
        </p:txBody>
      </p:sp>
      <p:sp>
        <p:nvSpPr>
          <p:cNvPr id="3" name="Content Placeholder 2">
            <a:extLst>
              <a:ext uri="{FF2B5EF4-FFF2-40B4-BE49-F238E27FC236}">
                <a16:creationId xmlns:a16="http://schemas.microsoft.com/office/drawing/2014/main" id="{4F82A04B-D6C7-A5F6-EC51-5C4F06606E32}"/>
              </a:ext>
            </a:extLst>
          </p:cNvPr>
          <p:cNvSpPr>
            <a:spLocks noGrp="1"/>
          </p:cNvSpPr>
          <p:nvPr>
            <p:ph idx="1"/>
          </p:nvPr>
        </p:nvSpPr>
        <p:spPr/>
        <p:txBody>
          <a:bodyPr/>
          <a:lstStyle/>
          <a:p>
            <a:r>
              <a:rPr lang="en-US" noProof="0" dirty="0"/>
              <a:t>description of the model</a:t>
            </a:r>
          </a:p>
          <a:p>
            <a:pPr lvl="1"/>
            <a:r>
              <a:rPr lang="en-US" noProof="0" dirty="0"/>
              <a:t>i.e. target variable</a:t>
            </a:r>
          </a:p>
          <a:p>
            <a:pPr lvl="1"/>
            <a:r>
              <a:rPr lang="en-US" noProof="0" dirty="0"/>
              <a:t>attributes</a:t>
            </a:r>
          </a:p>
        </p:txBody>
      </p:sp>
      <p:sp>
        <p:nvSpPr>
          <p:cNvPr id="4" name="Slide Number Placeholder 3">
            <a:extLst>
              <a:ext uri="{FF2B5EF4-FFF2-40B4-BE49-F238E27FC236}">
                <a16:creationId xmlns:a16="http://schemas.microsoft.com/office/drawing/2014/main" id="{90009459-8901-5DAB-D626-C5D2A119E8F8}"/>
              </a:ext>
            </a:extLst>
          </p:cNvPr>
          <p:cNvSpPr>
            <a:spLocks noGrp="1"/>
          </p:cNvSpPr>
          <p:nvPr>
            <p:ph type="sldNum" sz="quarter" idx="12"/>
          </p:nvPr>
        </p:nvSpPr>
        <p:spPr/>
        <p:txBody>
          <a:bodyPr/>
          <a:lstStyle/>
          <a:p>
            <a:fld id="{DACF91DC-9B2A-DA46-8614-FC490D3FF29A}" type="slidenum">
              <a:rPr lang="en-US" noProof="0" smtClean="0"/>
              <a:t>6</a:t>
            </a:fld>
            <a:endParaRPr lang="en-US" noProof="0" dirty="0"/>
          </a:p>
        </p:txBody>
      </p:sp>
      <p:sp>
        <p:nvSpPr>
          <p:cNvPr id="5" name="Footer Placeholder 4">
            <a:extLst>
              <a:ext uri="{FF2B5EF4-FFF2-40B4-BE49-F238E27FC236}">
                <a16:creationId xmlns:a16="http://schemas.microsoft.com/office/drawing/2014/main" id="{80078D78-9BA9-58F2-1DD2-E5AA90B2EDC5}"/>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28111841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5A6EA-5FEA-9B03-3BF6-6E775FD2044C}"/>
              </a:ext>
            </a:extLst>
          </p:cNvPr>
          <p:cNvSpPr>
            <a:spLocks noGrp="1"/>
          </p:cNvSpPr>
          <p:nvPr>
            <p:ph type="title"/>
          </p:nvPr>
        </p:nvSpPr>
        <p:spPr/>
        <p:txBody>
          <a:bodyPr/>
          <a:lstStyle/>
          <a:p>
            <a:r>
              <a:rPr lang="en-US" noProof="0" dirty="0"/>
              <a:t>empirical study: setup</a:t>
            </a:r>
          </a:p>
        </p:txBody>
      </p:sp>
      <p:sp>
        <p:nvSpPr>
          <p:cNvPr id="3" name="Content Placeholder 2">
            <a:extLst>
              <a:ext uri="{FF2B5EF4-FFF2-40B4-BE49-F238E27FC236}">
                <a16:creationId xmlns:a16="http://schemas.microsoft.com/office/drawing/2014/main" id="{D5C4A4F5-6F7E-54A8-1CAD-FF23811E01CD}"/>
              </a:ext>
            </a:extLst>
          </p:cNvPr>
          <p:cNvSpPr>
            <a:spLocks noGrp="1"/>
          </p:cNvSpPr>
          <p:nvPr>
            <p:ph idx="1"/>
          </p:nvPr>
        </p:nvSpPr>
        <p:spPr/>
        <p:txBody>
          <a:bodyPr/>
          <a:lstStyle/>
          <a:p>
            <a:r>
              <a:rPr lang="en-US" noProof="0" dirty="0"/>
              <a:t>summary of experimental setup</a:t>
            </a:r>
          </a:p>
          <a:p>
            <a:pPr lvl="1"/>
            <a:r>
              <a:rPr lang="en-US" noProof="0" dirty="0"/>
              <a:t>artificial data generated</a:t>
            </a:r>
          </a:p>
          <a:p>
            <a:pPr lvl="1"/>
            <a:r>
              <a:rPr lang="en-US" noProof="0" dirty="0"/>
              <a:t>model evaluation process</a:t>
            </a:r>
          </a:p>
          <a:p>
            <a:pPr lvl="2"/>
            <a:r>
              <a:rPr lang="en-US" noProof="0" dirty="0"/>
              <a:t>evaluation measures</a:t>
            </a:r>
          </a:p>
          <a:p>
            <a:pPr lvl="2"/>
            <a:r>
              <a:rPr lang="en-US" noProof="0" dirty="0"/>
              <a:t>performances estimation methodology</a:t>
            </a:r>
          </a:p>
        </p:txBody>
      </p:sp>
      <p:sp>
        <p:nvSpPr>
          <p:cNvPr id="4" name="Slide Number Placeholder 3">
            <a:extLst>
              <a:ext uri="{FF2B5EF4-FFF2-40B4-BE49-F238E27FC236}">
                <a16:creationId xmlns:a16="http://schemas.microsoft.com/office/drawing/2014/main" id="{10EEA042-7F16-250D-904E-0D495DF72CEE}"/>
              </a:ext>
            </a:extLst>
          </p:cNvPr>
          <p:cNvSpPr>
            <a:spLocks noGrp="1"/>
          </p:cNvSpPr>
          <p:nvPr>
            <p:ph type="sldNum" sz="quarter" idx="12"/>
          </p:nvPr>
        </p:nvSpPr>
        <p:spPr/>
        <p:txBody>
          <a:bodyPr/>
          <a:lstStyle/>
          <a:p>
            <a:fld id="{DACF91DC-9B2A-DA46-8614-FC490D3FF29A}" type="slidenum">
              <a:rPr lang="en-US" noProof="0" smtClean="0"/>
              <a:t>7</a:t>
            </a:fld>
            <a:endParaRPr lang="en-US" noProof="0" dirty="0"/>
          </a:p>
        </p:txBody>
      </p:sp>
      <p:sp>
        <p:nvSpPr>
          <p:cNvPr id="5" name="Footer Placeholder 4">
            <a:extLst>
              <a:ext uri="{FF2B5EF4-FFF2-40B4-BE49-F238E27FC236}">
                <a16:creationId xmlns:a16="http://schemas.microsoft.com/office/drawing/2014/main" id="{B3C93020-01B6-6FA8-4274-2473F91F06E6}"/>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38575391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3F027-2243-4835-CC56-74F42BA707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18F023-90AF-93E8-0628-980DA4C82B29}"/>
              </a:ext>
            </a:extLst>
          </p:cNvPr>
          <p:cNvSpPr>
            <a:spLocks noGrp="1"/>
          </p:cNvSpPr>
          <p:nvPr>
            <p:ph type="title"/>
          </p:nvPr>
        </p:nvSpPr>
        <p:spPr/>
        <p:txBody>
          <a:bodyPr/>
          <a:lstStyle/>
          <a:p>
            <a:r>
              <a:rPr lang="en-US" noProof="0" dirty="0"/>
              <a:t>empirical study: results</a:t>
            </a:r>
          </a:p>
        </p:txBody>
      </p:sp>
      <p:sp>
        <p:nvSpPr>
          <p:cNvPr id="3" name="Content Placeholder 2">
            <a:extLst>
              <a:ext uri="{FF2B5EF4-FFF2-40B4-BE49-F238E27FC236}">
                <a16:creationId xmlns:a16="http://schemas.microsoft.com/office/drawing/2014/main" id="{AABAF63F-74CA-62FE-EEA3-52F343F8D454}"/>
              </a:ext>
            </a:extLst>
          </p:cNvPr>
          <p:cNvSpPr>
            <a:spLocks noGrp="1"/>
          </p:cNvSpPr>
          <p:nvPr>
            <p:ph idx="1"/>
          </p:nvPr>
        </p:nvSpPr>
        <p:spPr/>
        <p:txBody>
          <a:bodyPr/>
          <a:lstStyle/>
          <a:p>
            <a:r>
              <a:rPr lang="en-US" noProof="0" dirty="0"/>
              <a:t>e.g. 3 algorithms</a:t>
            </a:r>
          </a:p>
        </p:txBody>
      </p:sp>
      <p:sp>
        <p:nvSpPr>
          <p:cNvPr id="4" name="Slide Number Placeholder 3">
            <a:extLst>
              <a:ext uri="{FF2B5EF4-FFF2-40B4-BE49-F238E27FC236}">
                <a16:creationId xmlns:a16="http://schemas.microsoft.com/office/drawing/2014/main" id="{1D047D20-CB05-C73F-9F63-E8C4D70838E7}"/>
              </a:ext>
            </a:extLst>
          </p:cNvPr>
          <p:cNvSpPr>
            <a:spLocks noGrp="1"/>
          </p:cNvSpPr>
          <p:nvPr>
            <p:ph type="sldNum" sz="quarter" idx="12"/>
          </p:nvPr>
        </p:nvSpPr>
        <p:spPr/>
        <p:txBody>
          <a:bodyPr/>
          <a:lstStyle/>
          <a:p>
            <a:fld id="{DACF91DC-9B2A-DA46-8614-FC490D3FF29A}" type="slidenum">
              <a:rPr lang="en-US" noProof="0" smtClean="0"/>
              <a:t>8</a:t>
            </a:fld>
            <a:endParaRPr lang="en-US" noProof="0" dirty="0"/>
          </a:p>
        </p:txBody>
      </p:sp>
      <p:sp>
        <p:nvSpPr>
          <p:cNvPr id="5" name="Footer Placeholder 4">
            <a:extLst>
              <a:ext uri="{FF2B5EF4-FFF2-40B4-BE49-F238E27FC236}">
                <a16:creationId xmlns:a16="http://schemas.microsoft.com/office/drawing/2014/main" id="{223B9EAB-B341-E2BE-FB7B-C03748A4675D}"/>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37777647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DED63-CEF5-934E-640B-EE9478E8682A}"/>
              </a:ext>
            </a:extLst>
          </p:cNvPr>
          <p:cNvSpPr>
            <a:spLocks noGrp="1"/>
          </p:cNvSpPr>
          <p:nvPr>
            <p:ph type="title"/>
          </p:nvPr>
        </p:nvSpPr>
        <p:spPr/>
        <p:txBody>
          <a:bodyPr/>
          <a:lstStyle/>
          <a:p>
            <a:r>
              <a:rPr lang="en-US" noProof="0" dirty="0"/>
              <a:t>stakeholders</a:t>
            </a:r>
          </a:p>
        </p:txBody>
      </p:sp>
      <p:sp>
        <p:nvSpPr>
          <p:cNvPr id="3" name="Content Placeholder 2">
            <a:extLst>
              <a:ext uri="{FF2B5EF4-FFF2-40B4-BE49-F238E27FC236}">
                <a16:creationId xmlns:a16="http://schemas.microsoft.com/office/drawing/2014/main" id="{33B68144-933A-0D11-A18B-41E15D14923F}"/>
              </a:ext>
            </a:extLst>
          </p:cNvPr>
          <p:cNvSpPr>
            <a:spLocks noGrp="1"/>
          </p:cNvSpPr>
          <p:nvPr>
            <p:ph idx="1"/>
          </p:nvPr>
        </p:nvSpPr>
        <p:spPr/>
        <p:txBody>
          <a:bodyPr/>
          <a:lstStyle/>
          <a:p>
            <a:r>
              <a:rPr lang="en-US" noProof="0" dirty="0"/>
              <a:t>list of roles in the organization that need to be involved for the successful development of the project</a:t>
            </a:r>
          </a:p>
        </p:txBody>
      </p:sp>
      <p:sp>
        <p:nvSpPr>
          <p:cNvPr id="4" name="Slide Number Placeholder 3">
            <a:extLst>
              <a:ext uri="{FF2B5EF4-FFF2-40B4-BE49-F238E27FC236}">
                <a16:creationId xmlns:a16="http://schemas.microsoft.com/office/drawing/2014/main" id="{0F6D6757-7584-CB42-EE07-01C8562F9886}"/>
              </a:ext>
            </a:extLst>
          </p:cNvPr>
          <p:cNvSpPr>
            <a:spLocks noGrp="1"/>
          </p:cNvSpPr>
          <p:nvPr>
            <p:ph type="sldNum" sz="quarter" idx="12"/>
          </p:nvPr>
        </p:nvSpPr>
        <p:spPr/>
        <p:txBody>
          <a:bodyPr/>
          <a:lstStyle/>
          <a:p>
            <a:fld id="{DACF91DC-9B2A-DA46-8614-FC490D3FF29A}" type="slidenum">
              <a:rPr lang="en-US" noProof="0" smtClean="0"/>
              <a:t>9</a:t>
            </a:fld>
            <a:endParaRPr lang="en-US" noProof="0" dirty="0"/>
          </a:p>
        </p:txBody>
      </p:sp>
      <p:sp>
        <p:nvSpPr>
          <p:cNvPr id="5" name="Footer Placeholder 4">
            <a:extLst>
              <a:ext uri="{FF2B5EF4-FFF2-40B4-BE49-F238E27FC236}">
                <a16:creationId xmlns:a16="http://schemas.microsoft.com/office/drawing/2014/main" id="{C4C4C13E-6F0B-83CE-B798-6E50ECE229CE}"/>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1715405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982E4-7D46-ED0F-A0AD-AF17554EC6AA}"/>
              </a:ext>
            </a:extLst>
          </p:cNvPr>
          <p:cNvSpPr>
            <a:spLocks noGrp="1"/>
          </p:cNvSpPr>
          <p:nvPr>
            <p:ph type="title"/>
          </p:nvPr>
        </p:nvSpPr>
        <p:spPr/>
        <p:txBody>
          <a:bodyPr>
            <a:normAutofit fontScale="90000"/>
          </a:bodyPr>
          <a:lstStyle/>
          <a:p>
            <a:r>
              <a:rPr lang="en-US" noProof="0" dirty="0"/>
              <a:t>expected challenges during development and deployment</a:t>
            </a:r>
          </a:p>
        </p:txBody>
      </p:sp>
      <p:sp>
        <p:nvSpPr>
          <p:cNvPr id="3" name="Content Placeholder 2">
            <a:extLst>
              <a:ext uri="{FF2B5EF4-FFF2-40B4-BE49-F238E27FC236}">
                <a16:creationId xmlns:a16="http://schemas.microsoft.com/office/drawing/2014/main" id="{243ABCF5-7DDD-3EE1-903F-E3F2BFF40EC8}"/>
              </a:ext>
            </a:extLst>
          </p:cNvPr>
          <p:cNvSpPr>
            <a:spLocks noGrp="1"/>
          </p:cNvSpPr>
          <p:nvPr>
            <p:ph idx="1"/>
          </p:nvPr>
        </p:nvSpPr>
        <p:spPr/>
        <p:txBody>
          <a:bodyPr/>
          <a:lstStyle/>
          <a:p>
            <a:r>
              <a:rPr lang="en-US" noProof="0" dirty="0"/>
              <a:t>technical </a:t>
            </a:r>
          </a:p>
          <a:p>
            <a:pPr lvl="1"/>
            <a:r>
              <a:rPr lang="en-US" noProof="0" dirty="0"/>
              <a:t>e.g. lack of reliable data</a:t>
            </a:r>
          </a:p>
          <a:p>
            <a:r>
              <a:rPr lang="en-US" noProof="0" dirty="0"/>
              <a:t>organizational</a:t>
            </a:r>
          </a:p>
          <a:p>
            <a:pPr lvl="1"/>
            <a:r>
              <a:rPr lang="en-US" noProof="0" dirty="0"/>
              <a:t>e.g. opposition of users</a:t>
            </a:r>
          </a:p>
        </p:txBody>
      </p:sp>
      <p:sp>
        <p:nvSpPr>
          <p:cNvPr id="4" name="Slide Number Placeholder 3">
            <a:extLst>
              <a:ext uri="{FF2B5EF4-FFF2-40B4-BE49-F238E27FC236}">
                <a16:creationId xmlns:a16="http://schemas.microsoft.com/office/drawing/2014/main" id="{F6A49403-0050-F998-D870-75DABA10A56F}"/>
              </a:ext>
            </a:extLst>
          </p:cNvPr>
          <p:cNvSpPr>
            <a:spLocks noGrp="1"/>
          </p:cNvSpPr>
          <p:nvPr>
            <p:ph type="sldNum" sz="quarter" idx="12"/>
          </p:nvPr>
        </p:nvSpPr>
        <p:spPr/>
        <p:txBody>
          <a:bodyPr/>
          <a:lstStyle/>
          <a:p>
            <a:fld id="{DACF91DC-9B2A-DA46-8614-FC490D3FF29A}" type="slidenum">
              <a:rPr lang="en-US" noProof="0" smtClean="0"/>
              <a:t>10</a:t>
            </a:fld>
            <a:endParaRPr lang="en-US" noProof="0" dirty="0"/>
          </a:p>
        </p:txBody>
      </p:sp>
      <p:sp>
        <p:nvSpPr>
          <p:cNvPr id="5" name="Footer Placeholder 4">
            <a:extLst>
              <a:ext uri="{FF2B5EF4-FFF2-40B4-BE49-F238E27FC236}">
                <a16:creationId xmlns:a16="http://schemas.microsoft.com/office/drawing/2014/main" id="{A6FD84E8-7699-3009-67D9-328885C21EB9}"/>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2294330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BFBCE-ED83-AC6F-BD51-40E4FD1B3FA7}"/>
              </a:ext>
            </a:extLst>
          </p:cNvPr>
          <p:cNvSpPr>
            <a:spLocks noGrp="1"/>
          </p:cNvSpPr>
          <p:nvPr>
            <p:ph type="title"/>
          </p:nvPr>
        </p:nvSpPr>
        <p:spPr/>
        <p:txBody>
          <a:bodyPr>
            <a:normAutofit/>
          </a:bodyPr>
          <a:lstStyle/>
          <a:p>
            <a:r>
              <a:rPr lang="en-US" noProof="0" dirty="0"/>
              <a:t>unavailable data</a:t>
            </a:r>
          </a:p>
        </p:txBody>
      </p:sp>
      <p:sp>
        <p:nvSpPr>
          <p:cNvPr id="3" name="Content Placeholder 2">
            <a:extLst>
              <a:ext uri="{FF2B5EF4-FFF2-40B4-BE49-F238E27FC236}">
                <a16:creationId xmlns:a16="http://schemas.microsoft.com/office/drawing/2014/main" id="{408AE032-E937-8CC4-459D-17DECB994EA2}"/>
              </a:ext>
            </a:extLst>
          </p:cNvPr>
          <p:cNvSpPr>
            <a:spLocks noGrp="1"/>
          </p:cNvSpPr>
          <p:nvPr>
            <p:ph idx="1"/>
          </p:nvPr>
        </p:nvSpPr>
        <p:spPr/>
        <p:txBody>
          <a:bodyPr/>
          <a:lstStyle/>
          <a:p>
            <a:r>
              <a:rPr lang="en-US" noProof="0" dirty="0"/>
              <a:t>high-level description of additional data that should be available</a:t>
            </a:r>
          </a:p>
          <a:p>
            <a:r>
              <a:rPr lang="en-US" noProof="0" dirty="0"/>
              <a:t>challenges involved in collecting it</a:t>
            </a:r>
          </a:p>
        </p:txBody>
      </p:sp>
      <p:sp>
        <p:nvSpPr>
          <p:cNvPr id="4" name="Slide Number Placeholder 3">
            <a:extLst>
              <a:ext uri="{FF2B5EF4-FFF2-40B4-BE49-F238E27FC236}">
                <a16:creationId xmlns:a16="http://schemas.microsoft.com/office/drawing/2014/main" id="{A094D675-38F4-1062-A0F4-F683C825C08C}"/>
              </a:ext>
            </a:extLst>
          </p:cNvPr>
          <p:cNvSpPr>
            <a:spLocks noGrp="1"/>
          </p:cNvSpPr>
          <p:nvPr>
            <p:ph type="sldNum" sz="quarter" idx="12"/>
          </p:nvPr>
        </p:nvSpPr>
        <p:spPr/>
        <p:txBody>
          <a:bodyPr/>
          <a:lstStyle/>
          <a:p>
            <a:fld id="{DACF91DC-9B2A-DA46-8614-FC490D3FF29A}" type="slidenum">
              <a:rPr lang="en-US" noProof="0" smtClean="0"/>
              <a:t>11</a:t>
            </a:fld>
            <a:endParaRPr lang="en-US" noProof="0" dirty="0"/>
          </a:p>
        </p:txBody>
      </p:sp>
      <p:sp>
        <p:nvSpPr>
          <p:cNvPr id="5" name="Footer Placeholder 4">
            <a:extLst>
              <a:ext uri="{FF2B5EF4-FFF2-40B4-BE49-F238E27FC236}">
                <a16:creationId xmlns:a16="http://schemas.microsoft.com/office/drawing/2014/main" id="{945F9AA4-A5FF-BC1C-9E4D-F7F9CF6B23D2}"/>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16915084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63A40-A220-5004-7B97-603C5772BFC8}"/>
              </a:ext>
            </a:extLst>
          </p:cNvPr>
          <p:cNvSpPr>
            <a:spLocks noGrp="1"/>
          </p:cNvSpPr>
          <p:nvPr>
            <p:ph type="title"/>
          </p:nvPr>
        </p:nvSpPr>
        <p:spPr/>
        <p:txBody>
          <a:bodyPr/>
          <a:lstStyle/>
          <a:p>
            <a:r>
              <a:rPr lang="en-US" noProof="0" dirty="0"/>
              <a:t>ethical risks</a:t>
            </a:r>
          </a:p>
        </p:txBody>
      </p:sp>
      <p:sp>
        <p:nvSpPr>
          <p:cNvPr id="3" name="Content Placeholder 2">
            <a:extLst>
              <a:ext uri="{FF2B5EF4-FFF2-40B4-BE49-F238E27FC236}">
                <a16:creationId xmlns:a16="http://schemas.microsoft.com/office/drawing/2014/main" id="{10C6F44C-762F-7C16-EEC5-07FBD4AB9B12}"/>
              </a:ext>
            </a:extLst>
          </p:cNvPr>
          <p:cNvSpPr>
            <a:spLocks noGrp="1"/>
          </p:cNvSpPr>
          <p:nvPr>
            <p:ph idx="1"/>
          </p:nvPr>
        </p:nvSpPr>
        <p:spPr/>
        <p:txBody>
          <a:bodyPr/>
          <a:lstStyle/>
          <a:p>
            <a:r>
              <a:rPr lang="en-US" noProof="0" dirty="0"/>
              <a:t>what are the ethical risks involved in using the proposed solution</a:t>
            </a:r>
          </a:p>
        </p:txBody>
      </p:sp>
      <p:sp>
        <p:nvSpPr>
          <p:cNvPr id="4" name="Slide Number Placeholder 3">
            <a:extLst>
              <a:ext uri="{FF2B5EF4-FFF2-40B4-BE49-F238E27FC236}">
                <a16:creationId xmlns:a16="http://schemas.microsoft.com/office/drawing/2014/main" id="{E578AB8E-B472-EE14-5613-838060115EF5}"/>
              </a:ext>
            </a:extLst>
          </p:cNvPr>
          <p:cNvSpPr>
            <a:spLocks noGrp="1"/>
          </p:cNvSpPr>
          <p:nvPr>
            <p:ph type="sldNum" sz="quarter" idx="12"/>
          </p:nvPr>
        </p:nvSpPr>
        <p:spPr/>
        <p:txBody>
          <a:bodyPr/>
          <a:lstStyle/>
          <a:p>
            <a:fld id="{DACF91DC-9B2A-DA46-8614-FC490D3FF29A}" type="slidenum">
              <a:rPr lang="en-US" noProof="0" smtClean="0"/>
              <a:t>12</a:t>
            </a:fld>
            <a:endParaRPr lang="en-US" noProof="0" dirty="0"/>
          </a:p>
        </p:txBody>
      </p:sp>
      <p:sp>
        <p:nvSpPr>
          <p:cNvPr id="5" name="Footer Placeholder 4">
            <a:extLst>
              <a:ext uri="{FF2B5EF4-FFF2-40B4-BE49-F238E27FC236}">
                <a16:creationId xmlns:a16="http://schemas.microsoft.com/office/drawing/2014/main" id="{3EA32F18-BCD7-598E-0909-B8CFF27DAB8B}"/>
              </a:ext>
            </a:extLst>
          </p:cNvPr>
          <p:cNvSpPr>
            <a:spLocks noGrp="1"/>
          </p:cNvSpPr>
          <p:nvPr>
            <p:ph type="ftr" sz="quarter" idx="11"/>
          </p:nvPr>
        </p:nvSpPr>
        <p:spPr/>
        <p:txBody>
          <a:bodyPr/>
          <a:lstStyle/>
          <a:p>
            <a:r>
              <a:rPr lang="en-US" noProof="0" dirty="0"/>
              <a:t>IART @ L.EIC</a:t>
            </a:r>
          </a:p>
        </p:txBody>
      </p:sp>
    </p:spTree>
    <p:extLst>
      <p:ext uri="{BB962C8B-B14F-4D97-AF65-F5344CB8AC3E}">
        <p14:creationId xmlns:p14="http://schemas.microsoft.com/office/powerpoint/2010/main" val="3806229600"/>
      </p:ext>
    </p:extLst>
  </p:cSld>
  <p:clrMapOvr>
    <a:masterClrMapping/>
  </p:clrMapOvr>
</p:sld>
</file>

<file path=ppt/theme/theme1.xml><?xml version="1.0" encoding="utf-8"?>
<a:theme xmlns:a="http://schemas.openxmlformats.org/drawingml/2006/main" name="FEUP - aulas">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FEUP - aulas.potx</Template>
  <TotalTime>9741</TotalTime>
  <Words>431</Words>
  <Application>Microsoft Macintosh PowerPoint</Application>
  <PresentationFormat>Apresentação no Ecrã (4:3)</PresentationFormat>
  <Paragraphs>76</Paragraphs>
  <Slides>12</Slides>
  <Notes>2</Notes>
  <HiddenSlides>0</HiddenSlides>
  <MMClips>0</MMClips>
  <ScaleCrop>false</ScaleCrop>
  <HeadingPairs>
    <vt:vector size="6" baseType="variant">
      <vt:variant>
        <vt:lpstr>Tipos de letra usados</vt:lpstr>
      </vt:variant>
      <vt:variant>
        <vt:i4>5</vt:i4>
      </vt:variant>
      <vt:variant>
        <vt:lpstr>Tema</vt:lpstr>
      </vt:variant>
      <vt:variant>
        <vt:i4>1</vt:i4>
      </vt:variant>
      <vt:variant>
        <vt:lpstr>Títulos dos diapositivos</vt:lpstr>
      </vt:variant>
      <vt:variant>
        <vt:i4>12</vt:i4>
      </vt:variant>
    </vt:vector>
  </HeadingPairs>
  <TitlesOfParts>
    <vt:vector size="18" baseType="lpstr">
      <vt:lpstr>-webkit-standard</vt:lpstr>
      <vt:lpstr>Arial</vt:lpstr>
      <vt:lpstr>Calibri</vt:lpstr>
      <vt:lpstr>Noto Sans Symbols</vt:lpstr>
      <vt:lpstr>Verdana</vt:lpstr>
      <vt:lpstr>FEUP - aulas</vt:lpstr>
      <vt:lpstr>Project 2 L.EIC – IART</vt:lpstr>
      <vt:lpstr>Medical Clinic</vt:lpstr>
      <vt:lpstr>problem</vt:lpstr>
      <vt:lpstr>available data</vt:lpstr>
      <vt:lpstr>solution overview</vt:lpstr>
      <vt:lpstr>predictive model</vt:lpstr>
      <vt:lpstr>empirical study: setup</vt:lpstr>
      <vt:lpstr>empirical study: results</vt:lpstr>
      <vt:lpstr>stakeholders</vt:lpstr>
      <vt:lpstr>expected challenges during development and deployment</vt:lpstr>
      <vt:lpstr>unavailable data</vt:lpstr>
      <vt:lpstr>ethical risks</vt:lpstr>
    </vt:vector>
  </TitlesOfParts>
  <Company>Universidade do Porto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Carlos Soares</dc:creator>
  <cp:lastModifiedBy>Tiago Afonseca</cp:lastModifiedBy>
  <cp:revision>272</cp:revision>
  <cp:lastPrinted>2025-12-10T00:32:54Z</cp:lastPrinted>
  <dcterms:created xsi:type="dcterms:W3CDTF">2012-09-12T17:30:14Z</dcterms:created>
  <dcterms:modified xsi:type="dcterms:W3CDTF">2026-04-29T11:29:49Z</dcterms:modified>
</cp:coreProperties>
</file>