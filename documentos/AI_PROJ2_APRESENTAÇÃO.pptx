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69" r:id="rId10"/>
    <p:sldId id="374" r:id="rId11"/>
    <p:sldId id="362" r:id="rId12"/>
    <p:sldId id="3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93630" autoAdjust="0"/>
  </p:normalViewPr>
  <p:slideViewPr>
    <p:cSldViewPr snapToGrid="0" snapToObjects="1">
      <p:cViewPr varScale="1">
        <p:scale>
          <a:sx n="119" d="100"/>
          <a:sy n="119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</a:t>
            </a:r>
            <a:r>
              <a:rPr lang="pt-PT" dirty="0" err="1"/>
              <a:t>Master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4/23/26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err="1"/>
              <a:t>projet</a:t>
            </a:r>
            <a:r>
              <a:rPr lang="en-US" dirty="0"/>
              <a:t> 2</a:t>
            </a:r>
            <a:br>
              <a:rPr lang="en-US" dirty="0"/>
            </a:br>
            <a:r>
              <a:rPr lang="en-US" dirty="0"/>
              <a:t>L.EIC – IART</a:t>
            </a:r>
            <a:endParaRPr lang="pt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D12EB-6D15-0DB7-BF29-13548910D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T" dirty="0"/>
              <a:t>student names and numbers</a:t>
            </a:r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name and short description of the customer</a:t>
            </a:r>
          </a:p>
          <a:p>
            <a:r>
              <a:rPr lang="en-PT" dirty="0"/>
              <a:t>name and role of the contact person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definition of the problem</a:t>
            </a:r>
          </a:p>
          <a:p>
            <a:r>
              <a:rPr lang="en-PT" dirty="0"/>
              <a:t>short description of the current approach to address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high-level description of the data that would be available</a:t>
            </a:r>
          </a:p>
          <a:p>
            <a:pPr lvl="1"/>
            <a:r>
              <a:rPr lang="en-PT" dirty="0"/>
              <a:t>e.g. entities or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D194-E657-3A6A-43C5-1BCD9E72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T" dirty="0"/>
              <a:t>description of the solution designed to address the problem</a:t>
            </a:r>
          </a:p>
          <a:p>
            <a:pPr lvl="1"/>
            <a:r>
              <a:rPr lang="en-PT" dirty="0"/>
              <a:t>probably including other components besides the ML model</a:t>
            </a:r>
          </a:p>
          <a:p>
            <a:pPr lvl="2"/>
            <a:r>
              <a:rPr lang="en-PT" dirty="0"/>
              <a:t>… such as mobile apps, websites, hardware</a:t>
            </a:r>
          </a:p>
          <a:p>
            <a:pPr lvl="1"/>
            <a:r>
              <a:rPr lang="en-PT" dirty="0"/>
              <a:t>… and other AI techniques</a:t>
            </a:r>
          </a:p>
          <a:p>
            <a:pPr lvl="2"/>
            <a:r>
              <a:rPr lang="en-PT" dirty="0"/>
              <a:t>e.g. search</a:t>
            </a:r>
          </a:p>
          <a:p>
            <a:pPr lvl="1"/>
            <a:endParaRPr lang="en-PT" dirty="0"/>
          </a:p>
          <a:p>
            <a:r>
              <a:rPr lang="en-PT" dirty="0">
                <a:solidFill>
                  <a:srgbClr val="FF0000"/>
                </a:solidFill>
              </a:rPr>
              <a:t>IMPORTANT NOTE: you are not expected to develop the whole application</a:t>
            </a:r>
            <a:r>
              <a:rPr lang="en-PT" dirty="0"/>
              <a:t>. Just the predictive model.</a:t>
            </a:r>
          </a:p>
          <a:p>
            <a:pPr lvl="2"/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description of the model</a:t>
            </a:r>
          </a:p>
          <a:p>
            <a:pPr lvl="1"/>
            <a:r>
              <a:rPr lang="en-PT" dirty="0"/>
              <a:t>i.e. target variable</a:t>
            </a:r>
          </a:p>
          <a:p>
            <a:pPr lvl="1"/>
            <a:r>
              <a:rPr lang="en-PT" dirty="0"/>
              <a:t>attributes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empirical study: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summary of experimental setup</a:t>
            </a:r>
          </a:p>
          <a:p>
            <a:pPr lvl="1"/>
            <a:r>
              <a:rPr lang="en-PT" dirty="0"/>
              <a:t>artificial data generated</a:t>
            </a:r>
          </a:p>
          <a:p>
            <a:pPr lvl="1"/>
            <a:r>
              <a:rPr lang="en-PT" dirty="0"/>
              <a:t>model evaluation process</a:t>
            </a:r>
          </a:p>
          <a:p>
            <a:pPr lvl="2"/>
            <a:r>
              <a:rPr lang="en-PT" dirty="0"/>
              <a:t>evaluation measures</a:t>
            </a:r>
          </a:p>
          <a:p>
            <a:pPr lvl="2"/>
            <a:r>
              <a:rPr lang="en-PT" dirty="0"/>
              <a:t>performances estimation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empirical study: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e.g. 3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8144-933A-0D11-A18B-41E15D14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list of roles in the organization that need to be involved for the successful development of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T" dirty="0"/>
              <a:t>expected challenges during development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CF5-7DDD-3EE1-903F-E3F2BFF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technical </a:t>
            </a:r>
          </a:p>
          <a:p>
            <a:pPr lvl="1"/>
            <a:r>
              <a:rPr lang="en-PT" dirty="0"/>
              <a:t>e.g. lack of reliable data</a:t>
            </a:r>
          </a:p>
          <a:p>
            <a:r>
              <a:rPr lang="en-PT" dirty="0"/>
              <a:t>organizational</a:t>
            </a:r>
          </a:p>
          <a:p>
            <a:pPr lvl="1"/>
            <a:r>
              <a:rPr lang="en-PT" dirty="0"/>
              <a:t>e.g. opposition of users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unavailable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high-level description of additional data that should be available</a:t>
            </a:r>
          </a:p>
          <a:p>
            <a:r>
              <a:rPr lang="en-PT" dirty="0"/>
              <a:t>challenges involved in collecting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ethical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44C-762F-7C16-EEC5-07FBD4AB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/>
              <a:t>what are the ethical risks involved in using the proposed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TotalTime>9723</TotalTime>
  <Words>296</Words>
  <Application>Microsoft Macintosh PowerPoint</Application>
  <PresentationFormat>On-screen Show (4:3)</PresentationFormat>
  <Paragraphs>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Verdana</vt:lpstr>
      <vt:lpstr>FEUP - aulas</vt:lpstr>
      <vt:lpstr>projet 2 L.EIC – IART</vt:lpstr>
      <vt:lpstr>customer</vt:lpstr>
      <vt:lpstr>problem</vt:lpstr>
      <vt:lpstr>available data</vt:lpstr>
      <vt:lpstr>solution overview</vt:lpstr>
      <vt:lpstr>predictive model</vt:lpstr>
      <vt:lpstr>empirical study: setup</vt:lpstr>
      <vt:lpstr>empirical study: results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lastModifiedBy>Carlos Soares</cp:lastModifiedBy>
  <cp:revision>271</cp:revision>
  <cp:lastPrinted>2025-12-10T00:32:54Z</cp:lastPrinted>
  <dcterms:created xsi:type="dcterms:W3CDTF">2012-09-12T17:30:14Z</dcterms:created>
  <dcterms:modified xsi:type="dcterms:W3CDTF">2026-04-22T22:40:17Z</dcterms:modified>
</cp:coreProperties>
</file>